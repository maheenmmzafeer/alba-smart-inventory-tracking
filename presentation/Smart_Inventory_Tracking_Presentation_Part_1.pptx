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2" r:id="rId4"/>
  </p:sldMasterIdLst>
  <p:notesMasterIdLst>
    <p:notesMasterId r:id="rId28"/>
  </p:notesMasterIdLst>
  <p:sldIdLst>
    <p:sldId id="320" r:id="rId5"/>
    <p:sldId id="332" r:id="rId6"/>
    <p:sldId id="341" r:id="rId7"/>
    <p:sldId id="335" r:id="rId8"/>
    <p:sldId id="337" r:id="rId9"/>
    <p:sldId id="342" r:id="rId10"/>
    <p:sldId id="343" r:id="rId11"/>
    <p:sldId id="338" r:id="rId12"/>
    <p:sldId id="344" r:id="rId13"/>
    <p:sldId id="345" r:id="rId14"/>
    <p:sldId id="377" r:id="rId15"/>
    <p:sldId id="340" r:id="rId16"/>
    <p:sldId id="350" r:id="rId17"/>
    <p:sldId id="365" r:id="rId18"/>
    <p:sldId id="349" r:id="rId19"/>
    <p:sldId id="367" r:id="rId20"/>
    <p:sldId id="368" r:id="rId21"/>
    <p:sldId id="369" r:id="rId22"/>
    <p:sldId id="370" r:id="rId23"/>
    <p:sldId id="371" r:id="rId24"/>
    <p:sldId id="372" r:id="rId25"/>
    <p:sldId id="373" r:id="rId26"/>
    <p:sldId id="33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858"/>
    <a:srgbClr val="D5B8A7"/>
    <a:srgbClr val="FFE6DD"/>
    <a:srgbClr val="FBDDD1"/>
    <a:srgbClr val="FBE0D1"/>
    <a:srgbClr val="FEE8F3"/>
    <a:srgbClr val="F8DAD4"/>
    <a:srgbClr val="FEECE8"/>
    <a:srgbClr val="F7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953"/>
  </p:normalViewPr>
  <p:slideViewPr>
    <p:cSldViewPr snapToGrid="0">
      <p:cViewPr varScale="1">
        <p:scale>
          <a:sx n="78" d="100"/>
          <a:sy n="78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358FEE-5166-4D38-9D85-71D80C5C502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97C46A-B0E8-481A-8143-8EC30D90A406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 dirty="0"/>
            <a:t>Introduction</a:t>
          </a:r>
        </a:p>
      </dgm:t>
    </dgm:pt>
    <dgm:pt modelId="{B3544C39-7DCC-40DF-95F8-631AA62E7E2D}" type="parTrans" cxnId="{DFBC712A-C677-4B40-BEC4-54063A650FE9}">
      <dgm:prSet/>
      <dgm:spPr/>
      <dgm:t>
        <a:bodyPr/>
        <a:lstStyle/>
        <a:p>
          <a:endParaRPr lang="en-US"/>
        </a:p>
      </dgm:t>
    </dgm:pt>
    <dgm:pt modelId="{A3201115-E425-40B3-B948-9947EB63EA0F}" type="sibTrans" cxnId="{DFBC712A-C677-4B40-BEC4-54063A650FE9}">
      <dgm:prSet/>
      <dgm:spPr/>
      <dgm:t>
        <a:bodyPr/>
        <a:lstStyle/>
        <a:p>
          <a:endParaRPr lang="en-US"/>
        </a:p>
      </dgm:t>
    </dgm:pt>
    <dgm:pt modelId="{B4887A73-5D38-43AB-AEF2-A676D3A9E860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 dirty="0"/>
            <a:t>Research findings</a:t>
          </a:r>
        </a:p>
      </dgm:t>
    </dgm:pt>
    <dgm:pt modelId="{2B7EFAB9-5D85-4ED8-99EA-822BD92AEBC2}" type="parTrans" cxnId="{B77FC2F5-0387-4DC0-A9DD-1C3BA15D6463}">
      <dgm:prSet/>
      <dgm:spPr/>
      <dgm:t>
        <a:bodyPr/>
        <a:lstStyle/>
        <a:p>
          <a:endParaRPr lang="en-US"/>
        </a:p>
      </dgm:t>
    </dgm:pt>
    <dgm:pt modelId="{E88BC292-8678-49B4-B3C1-EE081B91CC2E}" type="sibTrans" cxnId="{B77FC2F5-0387-4DC0-A9DD-1C3BA15D6463}">
      <dgm:prSet/>
      <dgm:spPr/>
      <dgm:t>
        <a:bodyPr/>
        <a:lstStyle/>
        <a:p>
          <a:endParaRPr lang="en-US"/>
        </a:p>
      </dgm:t>
    </dgm:pt>
    <dgm:pt modelId="{24EFE574-27F4-400F-9368-C67CB42C9D30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 dirty="0"/>
            <a:t>Suggested solution</a:t>
          </a:r>
        </a:p>
      </dgm:t>
    </dgm:pt>
    <dgm:pt modelId="{E00D0D16-2603-4527-9905-C13E1BB4232D}" type="parTrans" cxnId="{00BE41E3-0F0B-43BA-B13B-54CE171B6132}">
      <dgm:prSet/>
      <dgm:spPr/>
      <dgm:t>
        <a:bodyPr/>
        <a:lstStyle/>
        <a:p>
          <a:endParaRPr lang="en-US"/>
        </a:p>
      </dgm:t>
    </dgm:pt>
    <dgm:pt modelId="{17871445-21B0-4A04-85D6-1AD0EC876AA6}" type="sibTrans" cxnId="{00BE41E3-0F0B-43BA-B13B-54CE171B6132}">
      <dgm:prSet/>
      <dgm:spPr/>
      <dgm:t>
        <a:bodyPr/>
        <a:lstStyle/>
        <a:p>
          <a:endParaRPr lang="en-US"/>
        </a:p>
      </dgm:t>
    </dgm:pt>
    <dgm:pt modelId="{FDB4F61C-2D10-4B28-8D83-ACC57B0CE71F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/>
            <a:t>Targeted users</a:t>
          </a:r>
        </a:p>
      </dgm:t>
    </dgm:pt>
    <dgm:pt modelId="{EF523B93-9849-4B9A-BB74-265863880145}" type="parTrans" cxnId="{FE44FBC9-446D-45E6-8E87-BF0EEC9C1CF3}">
      <dgm:prSet/>
      <dgm:spPr/>
      <dgm:t>
        <a:bodyPr/>
        <a:lstStyle/>
        <a:p>
          <a:endParaRPr lang="en-US"/>
        </a:p>
      </dgm:t>
    </dgm:pt>
    <dgm:pt modelId="{937E5F42-3571-49C3-84C8-80D7F17F879A}" type="sibTrans" cxnId="{FE44FBC9-446D-45E6-8E87-BF0EEC9C1CF3}">
      <dgm:prSet/>
      <dgm:spPr/>
      <dgm:t>
        <a:bodyPr/>
        <a:lstStyle/>
        <a:p>
          <a:endParaRPr lang="en-US"/>
        </a:p>
      </dgm:t>
    </dgm:pt>
    <dgm:pt modelId="{1C299DDC-C502-440D-A0A6-5249AC30317D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/>
            <a:t>Requirements and Analysis </a:t>
          </a:r>
        </a:p>
      </dgm:t>
    </dgm:pt>
    <dgm:pt modelId="{8D3523A2-66C6-413D-9026-079600253F8E}" type="parTrans" cxnId="{078E7264-2C85-43E0-8300-C1C0F9C75FC9}">
      <dgm:prSet/>
      <dgm:spPr/>
      <dgm:t>
        <a:bodyPr/>
        <a:lstStyle/>
        <a:p>
          <a:endParaRPr lang="en-US"/>
        </a:p>
      </dgm:t>
    </dgm:pt>
    <dgm:pt modelId="{CFA157E6-3DB2-4A8B-B555-13AEEEF379AE}" type="sibTrans" cxnId="{078E7264-2C85-43E0-8300-C1C0F9C75FC9}">
      <dgm:prSet/>
      <dgm:spPr/>
      <dgm:t>
        <a:bodyPr/>
        <a:lstStyle/>
        <a:p>
          <a:endParaRPr lang="en-US"/>
        </a:p>
      </dgm:t>
    </dgm:pt>
    <dgm:pt modelId="{EC403972-E464-4B83-83AB-27C31261A46D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/>
            <a:t>System design</a:t>
          </a:r>
        </a:p>
      </dgm:t>
    </dgm:pt>
    <dgm:pt modelId="{786FD988-06F4-4038-816A-0F8AB405702B}" type="parTrans" cxnId="{6685EEED-9E40-42B5-ABCB-006A4478FA7D}">
      <dgm:prSet/>
      <dgm:spPr/>
      <dgm:t>
        <a:bodyPr/>
        <a:lstStyle/>
        <a:p>
          <a:endParaRPr lang="en-US"/>
        </a:p>
      </dgm:t>
    </dgm:pt>
    <dgm:pt modelId="{C66FF3A5-764B-4291-A960-3238727D0F1F}" type="sibTrans" cxnId="{6685EEED-9E40-42B5-ABCB-006A4478FA7D}">
      <dgm:prSet/>
      <dgm:spPr/>
      <dgm:t>
        <a:bodyPr/>
        <a:lstStyle/>
        <a:p>
          <a:endParaRPr lang="en-US"/>
        </a:p>
      </dgm:t>
    </dgm:pt>
    <dgm:pt modelId="{C212B3FE-3971-4173-B30C-8ED9C61A5E2E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 dirty="0"/>
            <a:t>User Interface</a:t>
          </a:r>
        </a:p>
      </dgm:t>
    </dgm:pt>
    <dgm:pt modelId="{E789F0B7-64AE-4C9F-A205-AA6B89C90792}" type="parTrans" cxnId="{C4C4E803-4558-4760-B7B2-8A253BB361D3}">
      <dgm:prSet/>
      <dgm:spPr/>
      <dgm:t>
        <a:bodyPr/>
        <a:lstStyle/>
        <a:p>
          <a:endParaRPr lang="en-US"/>
        </a:p>
      </dgm:t>
    </dgm:pt>
    <dgm:pt modelId="{990537B4-3200-47B0-90FA-CC2C99CA6C27}" type="sibTrans" cxnId="{C4C4E803-4558-4760-B7B2-8A253BB361D3}">
      <dgm:prSet/>
      <dgm:spPr/>
      <dgm:t>
        <a:bodyPr/>
        <a:lstStyle/>
        <a:p>
          <a:endParaRPr lang="en-US"/>
        </a:p>
      </dgm:t>
    </dgm:pt>
    <dgm:pt modelId="{632E09CA-5B77-4DA7-9AC2-214C797B1182}">
      <dgm:prSet/>
      <dgm:spPr>
        <a:ln>
          <a:noFill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gm:spPr>
      <dgm:t>
        <a:bodyPr/>
        <a:lstStyle/>
        <a:p>
          <a:r>
            <a:rPr lang="en-US" dirty="0"/>
            <a:t>Project aims </a:t>
          </a:r>
        </a:p>
      </dgm:t>
    </dgm:pt>
    <dgm:pt modelId="{A3611616-A016-424D-A9A4-E63140D6D508}" type="parTrans" cxnId="{A3456E38-0F48-41C0-AECB-FD1C27692347}">
      <dgm:prSet/>
      <dgm:spPr/>
      <dgm:t>
        <a:bodyPr/>
        <a:lstStyle/>
        <a:p>
          <a:endParaRPr lang="en-US"/>
        </a:p>
      </dgm:t>
    </dgm:pt>
    <dgm:pt modelId="{086435BD-2187-4897-8CB0-2E0E533425B6}" type="sibTrans" cxnId="{A3456E38-0F48-41C0-AECB-FD1C27692347}">
      <dgm:prSet/>
      <dgm:spPr/>
      <dgm:t>
        <a:bodyPr/>
        <a:lstStyle/>
        <a:p>
          <a:endParaRPr lang="en-US"/>
        </a:p>
      </dgm:t>
    </dgm:pt>
    <dgm:pt modelId="{4964C97D-336D-4286-8217-8E1FB6AED3FF}" type="pres">
      <dgm:prSet presAssocID="{85358FEE-5166-4D38-9D85-71D80C5C502D}" presName="diagram" presStyleCnt="0">
        <dgm:presLayoutVars>
          <dgm:dir/>
          <dgm:resizeHandles val="exact"/>
        </dgm:presLayoutVars>
      </dgm:prSet>
      <dgm:spPr/>
    </dgm:pt>
    <dgm:pt modelId="{C13BC9FE-150B-405B-AA42-9942A508A8EB}" type="pres">
      <dgm:prSet presAssocID="{5197C46A-B0E8-481A-8143-8EC30D90A406}" presName="node" presStyleLbl="node1" presStyleIdx="0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B3B42306-AD48-4F77-8471-6FA7E3FC32CD}" type="pres">
      <dgm:prSet presAssocID="{A3201115-E425-40B3-B948-9947EB63EA0F}" presName="sibTrans" presStyleCnt="0"/>
      <dgm:spPr/>
    </dgm:pt>
    <dgm:pt modelId="{2D62EE5F-3CDD-4EED-8C71-9932C2AFCD18}" type="pres">
      <dgm:prSet presAssocID="{632E09CA-5B77-4DA7-9AC2-214C797B1182}" presName="node" presStyleLbl="node1" presStyleIdx="1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FC48F3B1-5C46-4A6D-AB05-21A64807E509}" type="pres">
      <dgm:prSet presAssocID="{086435BD-2187-4897-8CB0-2E0E533425B6}" presName="sibTrans" presStyleCnt="0"/>
      <dgm:spPr/>
    </dgm:pt>
    <dgm:pt modelId="{CFC0049C-4AC3-4ED4-9B3A-75F5CC3D9CE0}" type="pres">
      <dgm:prSet presAssocID="{B4887A73-5D38-43AB-AEF2-A676D3A9E860}" presName="node" presStyleLbl="node1" presStyleIdx="2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A6F3BB20-1510-4443-923C-06D294A57C3C}" type="pres">
      <dgm:prSet presAssocID="{E88BC292-8678-49B4-B3C1-EE081B91CC2E}" presName="sibTrans" presStyleCnt="0"/>
      <dgm:spPr/>
    </dgm:pt>
    <dgm:pt modelId="{C0336292-3D01-4662-AF09-5047347BD433}" type="pres">
      <dgm:prSet presAssocID="{24EFE574-27F4-400F-9368-C67CB42C9D30}" presName="node" presStyleLbl="node1" presStyleIdx="3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3A28AFDA-3EA5-44DA-8B31-E28E1201469C}" type="pres">
      <dgm:prSet presAssocID="{17871445-21B0-4A04-85D6-1AD0EC876AA6}" presName="sibTrans" presStyleCnt="0"/>
      <dgm:spPr/>
    </dgm:pt>
    <dgm:pt modelId="{E1A1B507-79E9-4472-8FBC-379558576FEC}" type="pres">
      <dgm:prSet presAssocID="{FDB4F61C-2D10-4B28-8D83-ACC57B0CE71F}" presName="node" presStyleLbl="node1" presStyleIdx="4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83E4C39D-ECF5-4C90-870B-BB3F1F2E3E9C}" type="pres">
      <dgm:prSet presAssocID="{937E5F42-3571-49C3-84C8-80D7F17F879A}" presName="sibTrans" presStyleCnt="0"/>
      <dgm:spPr/>
    </dgm:pt>
    <dgm:pt modelId="{A7447721-ED1A-49D0-A6E3-809B43652FFF}" type="pres">
      <dgm:prSet presAssocID="{1C299DDC-C502-440D-A0A6-5249AC30317D}" presName="node" presStyleLbl="node1" presStyleIdx="5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9D0D2638-4EE1-4E94-BE1B-92F8B9B184AD}" type="pres">
      <dgm:prSet presAssocID="{CFA157E6-3DB2-4A8B-B555-13AEEEF379AE}" presName="sibTrans" presStyleCnt="0"/>
      <dgm:spPr/>
    </dgm:pt>
    <dgm:pt modelId="{272BBDD3-22E0-4B3B-B560-9152EBE6038B}" type="pres">
      <dgm:prSet presAssocID="{EC403972-E464-4B83-83AB-27C31261A46D}" presName="node" presStyleLbl="node1" presStyleIdx="6" presStyleCnt="8">
        <dgm:presLayoutVars>
          <dgm:bulletEnabled val="1"/>
        </dgm:presLayoutVars>
      </dgm:prSet>
      <dgm:spPr>
        <a:prstGeom prst="roundRect">
          <a:avLst/>
        </a:prstGeom>
      </dgm:spPr>
    </dgm:pt>
    <dgm:pt modelId="{7D0CC747-39C7-4262-959A-72385B156AC6}" type="pres">
      <dgm:prSet presAssocID="{C66FF3A5-764B-4291-A960-3238727D0F1F}" presName="sibTrans" presStyleCnt="0"/>
      <dgm:spPr/>
    </dgm:pt>
    <dgm:pt modelId="{C4DBC421-0D16-4716-AD59-2ACBF3AE62C0}" type="pres">
      <dgm:prSet presAssocID="{C212B3FE-3971-4173-B30C-8ED9C61A5E2E}" presName="node" presStyleLbl="node1" presStyleIdx="7" presStyleCnt="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C4C4E803-4558-4760-B7B2-8A253BB361D3}" srcId="{85358FEE-5166-4D38-9D85-71D80C5C502D}" destId="{C212B3FE-3971-4173-B30C-8ED9C61A5E2E}" srcOrd="7" destOrd="0" parTransId="{E789F0B7-64AE-4C9F-A205-AA6B89C90792}" sibTransId="{990537B4-3200-47B0-90FA-CC2C99CA6C27}"/>
    <dgm:cxn modelId="{DFBC712A-C677-4B40-BEC4-54063A650FE9}" srcId="{85358FEE-5166-4D38-9D85-71D80C5C502D}" destId="{5197C46A-B0E8-481A-8143-8EC30D90A406}" srcOrd="0" destOrd="0" parTransId="{B3544C39-7DCC-40DF-95F8-631AA62E7E2D}" sibTransId="{A3201115-E425-40B3-B948-9947EB63EA0F}"/>
    <dgm:cxn modelId="{EF59622B-B12A-4FA2-A466-91D959B01B2F}" type="presOf" srcId="{1C299DDC-C502-440D-A0A6-5249AC30317D}" destId="{A7447721-ED1A-49D0-A6E3-809B43652FFF}" srcOrd="0" destOrd="0" presId="urn:microsoft.com/office/officeart/2005/8/layout/default"/>
    <dgm:cxn modelId="{A3456E38-0F48-41C0-AECB-FD1C27692347}" srcId="{85358FEE-5166-4D38-9D85-71D80C5C502D}" destId="{632E09CA-5B77-4DA7-9AC2-214C797B1182}" srcOrd="1" destOrd="0" parTransId="{A3611616-A016-424D-A9A4-E63140D6D508}" sibTransId="{086435BD-2187-4897-8CB0-2E0E533425B6}"/>
    <dgm:cxn modelId="{C37D3E5C-7936-4238-9044-CB9EB8C1F222}" type="presOf" srcId="{B4887A73-5D38-43AB-AEF2-A676D3A9E860}" destId="{CFC0049C-4AC3-4ED4-9B3A-75F5CC3D9CE0}" srcOrd="0" destOrd="0" presId="urn:microsoft.com/office/officeart/2005/8/layout/default"/>
    <dgm:cxn modelId="{078E7264-2C85-43E0-8300-C1C0F9C75FC9}" srcId="{85358FEE-5166-4D38-9D85-71D80C5C502D}" destId="{1C299DDC-C502-440D-A0A6-5249AC30317D}" srcOrd="5" destOrd="0" parTransId="{8D3523A2-66C6-413D-9026-079600253F8E}" sibTransId="{CFA157E6-3DB2-4A8B-B555-13AEEEF379AE}"/>
    <dgm:cxn modelId="{32EF1978-699B-4695-821C-DC85406B8795}" type="presOf" srcId="{24EFE574-27F4-400F-9368-C67CB42C9D30}" destId="{C0336292-3D01-4662-AF09-5047347BD433}" srcOrd="0" destOrd="0" presId="urn:microsoft.com/office/officeart/2005/8/layout/default"/>
    <dgm:cxn modelId="{A65BC579-6D27-40D1-A12B-0778D87876A1}" type="presOf" srcId="{C212B3FE-3971-4173-B30C-8ED9C61A5E2E}" destId="{C4DBC421-0D16-4716-AD59-2ACBF3AE62C0}" srcOrd="0" destOrd="0" presId="urn:microsoft.com/office/officeart/2005/8/layout/default"/>
    <dgm:cxn modelId="{8A86A182-FD53-45BA-B815-CBFA94EF756C}" type="presOf" srcId="{FDB4F61C-2D10-4B28-8D83-ACC57B0CE71F}" destId="{E1A1B507-79E9-4472-8FBC-379558576FEC}" srcOrd="0" destOrd="0" presId="urn:microsoft.com/office/officeart/2005/8/layout/default"/>
    <dgm:cxn modelId="{CA94A1C2-4F25-46D7-87A7-8BEA65E72AEE}" type="presOf" srcId="{85358FEE-5166-4D38-9D85-71D80C5C502D}" destId="{4964C97D-336D-4286-8217-8E1FB6AED3FF}" srcOrd="0" destOrd="0" presId="urn:microsoft.com/office/officeart/2005/8/layout/default"/>
    <dgm:cxn modelId="{FE44FBC9-446D-45E6-8E87-BF0EEC9C1CF3}" srcId="{85358FEE-5166-4D38-9D85-71D80C5C502D}" destId="{FDB4F61C-2D10-4B28-8D83-ACC57B0CE71F}" srcOrd="4" destOrd="0" parTransId="{EF523B93-9849-4B9A-BB74-265863880145}" sibTransId="{937E5F42-3571-49C3-84C8-80D7F17F879A}"/>
    <dgm:cxn modelId="{F264A9D1-3776-4BAF-B329-6C6DE6FEBE7D}" type="presOf" srcId="{EC403972-E464-4B83-83AB-27C31261A46D}" destId="{272BBDD3-22E0-4B3B-B560-9152EBE6038B}" srcOrd="0" destOrd="0" presId="urn:microsoft.com/office/officeart/2005/8/layout/default"/>
    <dgm:cxn modelId="{CA190FD5-88C0-4E62-8D2D-31245894C7F1}" type="presOf" srcId="{5197C46A-B0E8-481A-8143-8EC30D90A406}" destId="{C13BC9FE-150B-405B-AA42-9942A508A8EB}" srcOrd="0" destOrd="0" presId="urn:microsoft.com/office/officeart/2005/8/layout/default"/>
    <dgm:cxn modelId="{00BE41E3-0F0B-43BA-B13B-54CE171B6132}" srcId="{85358FEE-5166-4D38-9D85-71D80C5C502D}" destId="{24EFE574-27F4-400F-9368-C67CB42C9D30}" srcOrd="3" destOrd="0" parTransId="{E00D0D16-2603-4527-9905-C13E1BB4232D}" sibTransId="{17871445-21B0-4A04-85D6-1AD0EC876AA6}"/>
    <dgm:cxn modelId="{6685EEED-9E40-42B5-ABCB-006A4478FA7D}" srcId="{85358FEE-5166-4D38-9D85-71D80C5C502D}" destId="{EC403972-E464-4B83-83AB-27C31261A46D}" srcOrd="6" destOrd="0" parTransId="{786FD988-06F4-4038-816A-0F8AB405702B}" sibTransId="{C66FF3A5-764B-4291-A960-3238727D0F1F}"/>
    <dgm:cxn modelId="{68C6F5EF-41FF-4AB1-AB1C-A5BEA0408096}" type="presOf" srcId="{632E09CA-5B77-4DA7-9AC2-214C797B1182}" destId="{2D62EE5F-3CDD-4EED-8C71-9932C2AFCD18}" srcOrd="0" destOrd="0" presId="urn:microsoft.com/office/officeart/2005/8/layout/default"/>
    <dgm:cxn modelId="{B77FC2F5-0387-4DC0-A9DD-1C3BA15D6463}" srcId="{85358FEE-5166-4D38-9D85-71D80C5C502D}" destId="{B4887A73-5D38-43AB-AEF2-A676D3A9E860}" srcOrd="2" destOrd="0" parTransId="{2B7EFAB9-5D85-4ED8-99EA-822BD92AEBC2}" sibTransId="{E88BC292-8678-49B4-B3C1-EE081B91CC2E}"/>
    <dgm:cxn modelId="{52A17DD1-EAF0-4C31-8DD3-0E1755C744B6}" type="presParOf" srcId="{4964C97D-336D-4286-8217-8E1FB6AED3FF}" destId="{C13BC9FE-150B-405B-AA42-9942A508A8EB}" srcOrd="0" destOrd="0" presId="urn:microsoft.com/office/officeart/2005/8/layout/default"/>
    <dgm:cxn modelId="{9F54435A-5271-472E-81F7-66051CF3FFEC}" type="presParOf" srcId="{4964C97D-336D-4286-8217-8E1FB6AED3FF}" destId="{B3B42306-AD48-4F77-8471-6FA7E3FC32CD}" srcOrd="1" destOrd="0" presId="urn:microsoft.com/office/officeart/2005/8/layout/default"/>
    <dgm:cxn modelId="{E8061D46-4936-49CF-A664-31DEFCF8271B}" type="presParOf" srcId="{4964C97D-336D-4286-8217-8E1FB6AED3FF}" destId="{2D62EE5F-3CDD-4EED-8C71-9932C2AFCD18}" srcOrd="2" destOrd="0" presId="urn:microsoft.com/office/officeart/2005/8/layout/default"/>
    <dgm:cxn modelId="{5C555054-5CC0-46BF-B6D6-E5991DE058CD}" type="presParOf" srcId="{4964C97D-336D-4286-8217-8E1FB6AED3FF}" destId="{FC48F3B1-5C46-4A6D-AB05-21A64807E509}" srcOrd="3" destOrd="0" presId="urn:microsoft.com/office/officeart/2005/8/layout/default"/>
    <dgm:cxn modelId="{3576F3CF-30C4-42AD-9B9F-106057808811}" type="presParOf" srcId="{4964C97D-336D-4286-8217-8E1FB6AED3FF}" destId="{CFC0049C-4AC3-4ED4-9B3A-75F5CC3D9CE0}" srcOrd="4" destOrd="0" presId="urn:microsoft.com/office/officeart/2005/8/layout/default"/>
    <dgm:cxn modelId="{7E208725-05F1-4161-9958-4185EA38098D}" type="presParOf" srcId="{4964C97D-336D-4286-8217-8E1FB6AED3FF}" destId="{A6F3BB20-1510-4443-923C-06D294A57C3C}" srcOrd="5" destOrd="0" presId="urn:microsoft.com/office/officeart/2005/8/layout/default"/>
    <dgm:cxn modelId="{FA38C07A-BCA7-4A68-9E90-50B85029929B}" type="presParOf" srcId="{4964C97D-336D-4286-8217-8E1FB6AED3FF}" destId="{C0336292-3D01-4662-AF09-5047347BD433}" srcOrd="6" destOrd="0" presId="urn:microsoft.com/office/officeart/2005/8/layout/default"/>
    <dgm:cxn modelId="{926E21BC-255F-45F1-A7BD-A08B80C9EA5E}" type="presParOf" srcId="{4964C97D-336D-4286-8217-8E1FB6AED3FF}" destId="{3A28AFDA-3EA5-44DA-8B31-E28E1201469C}" srcOrd="7" destOrd="0" presId="urn:microsoft.com/office/officeart/2005/8/layout/default"/>
    <dgm:cxn modelId="{7943600E-78A6-40A8-8F83-84222A07F3AA}" type="presParOf" srcId="{4964C97D-336D-4286-8217-8E1FB6AED3FF}" destId="{E1A1B507-79E9-4472-8FBC-379558576FEC}" srcOrd="8" destOrd="0" presId="urn:microsoft.com/office/officeart/2005/8/layout/default"/>
    <dgm:cxn modelId="{00562C77-A9CF-47F1-9DD7-39741E0F20CB}" type="presParOf" srcId="{4964C97D-336D-4286-8217-8E1FB6AED3FF}" destId="{83E4C39D-ECF5-4C90-870B-BB3F1F2E3E9C}" srcOrd="9" destOrd="0" presId="urn:microsoft.com/office/officeart/2005/8/layout/default"/>
    <dgm:cxn modelId="{6E90EE9D-9670-45B1-A55C-EFF922D9F96C}" type="presParOf" srcId="{4964C97D-336D-4286-8217-8E1FB6AED3FF}" destId="{A7447721-ED1A-49D0-A6E3-809B43652FFF}" srcOrd="10" destOrd="0" presId="urn:microsoft.com/office/officeart/2005/8/layout/default"/>
    <dgm:cxn modelId="{3B0CBAA9-ECEB-46ED-8CF7-3B3E8DB9C455}" type="presParOf" srcId="{4964C97D-336D-4286-8217-8E1FB6AED3FF}" destId="{9D0D2638-4EE1-4E94-BE1B-92F8B9B184AD}" srcOrd="11" destOrd="0" presId="urn:microsoft.com/office/officeart/2005/8/layout/default"/>
    <dgm:cxn modelId="{A17A6720-E8F5-43D7-A166-79921EB170BA}" type="presParOf" srcId="{4964C97D-336D-4286-8217-8E1FB6AED3FF}" destId="{272BBDD3-22E0-4B3B-B560-9152EBE6038B}" srcOrd="12" destOrd="0" presId="urn:microsoft.com/office/officeart/2005/8/layout/default"/>
    <dgm:cxn modelId="{2CFE0F48-5B53-46D3-901D-F680D6E51597}" type="presParOf" srcId="{4964C97D-336D-4286-8217-8E1FB6AED3FF}" destId="{7D0CC747-39C7-4262-959A-72385B156AC6}" srcOrd="13" destOrd="0" presId="urn:microsoft.com/office/officeart/2005/8/layout/default"/>
    <dgm:cxn modelId="{E6E884B6-5E9C-409A-9408-F4AF9E45CE75}" type="presParOf" srcId="{4964C97D-336D-4286-8217-8E1FB6AED3FF}" destId="{C4DBC421-0D16-4716-AD59-2ACBF3AE62C0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C9FB0B-122F-4452-8093-5CEFD4BBB50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FCCBC7-F08A-4AA8-8C05-CDBF5F2BC6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dirty="0"/>
            <a:t>Storekeepers &amp; Maintenance Staff</a:t>
          </a:r>
          <a:endParaRPr lang="en-US" dirty="0"/>
        </a:p>
      </dgm:t>
    </dgm:pt>
    <dgm:pt modelId="{7EDAFAF1-1055-4F5D-809E-6F930675C6EB}" type="parTrans" cxnId="{25B61679-C9DF-4294-9A8C-9546872D353C}">
      <dgm:prSet/>
      <dgm:spPr/>
      <dgm:t>
        <a:bodyPr/>
        <a:lstStyle/>
        <a:p>
          <a:endParaRPr lang="en-US"/>
        </a:p>
      </dgm:t>
    </dgm:pt>
    <dgm:pt modelId="{67116629-4423-4C1B-87A0-35C4B89DCEB2}" type="sibTrans" cxnId="{25B61679-C9DF-4294-9A8C-9546872D353C}">
      <dgm:prSet/>
      <dgm:spPr/>
      <dgm:t>
        <a:bodyPr/>
        <a:lstStyle/>
        <a:p>
          <a:endParaRPr lang="en-US"/>
        </a:p>
      </dgm:t>
    </dgm:pt>
    <dgm:pt modelId="{B83F3F5E-FC65-4650-BB68-6C9CF3CC6499}">
      <dgm:prSet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GB" dirty="0"/>
            <a:t>~ Faster and easier stock recording</a:t>
          </a:r>
        </a:p>
      </dgm:t>
    </dgm:pt>
    <dgm:pt modelId="{14000713-3500-4FB9-911C-46791B14F434}" type="parTrans" cxnId="{11789E19-32C1-4BEC-9715-528D42623CAA}">
      <dgm:prSet/>
      <dgm:spPr/>
      <dgm:t>
        <a:bodyPr/>
        <a:lstStyle/>
        <a:p>
          <a:endParaRPr lang="en-US"/>
        </a:p>
      </dgm:t>
    </dgm:pt>
    <dgm:pt modelId="{B4EBE897-518F-4638-8796-C2C9EABEC8E1}" type="sibTrans" cxnId="{11789E19-32C1-4BEC-9715-528D42623CAA}">
      <dgm:prSet/>
      <dgm:spPr/>
      <dgm:t>
        <a:bodyPr/>
        <a:lstStyle/>
        <a:p>
          <a:endParaRPr lang="en-US"/>
        </a:p>
      </dgm:t>
    </dgm:pt>
    <dgm:pt modelId="{0373CA09-FD47-4C1B-A6FA-B23F19671DEA}">
      <dgm:prSet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GB" dirty="0"/>
            <a:t>~ Reduced manual work and errors</a:t>
          </a:r>
          <a:endParaRPr lang="en-US" dirty="0"/>
        </a:p>
      </dgm:t>
    </dgm:pt>
    <dgm:pt modelId="{DBD866E2-7B59-4C50-AE10-0BFF57560D97}" type="parTrans" cxnId="{48363673-A524-4F33-894F-CBA4169FD8DA}">
      <dgm:prSet/>
      <dgm:spPr/>
      <dgm:t>
        <a:bodyPr/>
        <a:lstStyle/>
        <a:p>
          <a:endParaRPr lang="en-US"/>
        </a:p>
      </dgm:t>
    </dgm:pt>
    <dgm:pt modelId="{8CEFBB93-934A-4A78-931B-BE01A0255337}" type="sibTrans" cxnId="{48363673-A524-4F33-894F-CBA4169FD8DA}">
      <dgm:prSet/>
      <dgm:spPr/>
      <dgm:t>
        <a:bodyPr/>
        <a:lstStyle/>
        <a:p>
          <a:endParaRPr lang="en-US"/>
        </a:p>
      </dgm:t>
    </dgm:pt>
    <dgm:pt modelId="{23EEAC98-83B0-4242-8881-72D500B1DE0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Inventory Managers</a:t>
          </a:r>
          <a:endParaRPr lang="en-US"/>
        </a:p>
      </dgm:t>
    </dgm:pt>
    <dgm:pt modelId="{A32D8B71-9EBA-403C-9820-D19B6EB6869B}" type="parTrans" cxnId="{0D023B2C-9A97-4912-BCCE-5CE608B7FC4E}">
      <dgm:prSet/>
      <dgm:spPr/>
      <dgm:t>
        <a:bodyPr/>
        <a:lstStyle/>
        <a:p>
          <a:endParaRPr lang="en-US"/>
        </a:p>
      </dgm:t>
    </dgm:pt>
    <dgm:pt modelId="{C94301F9-6503-4593-9F96-4CF9882EAF48}" type="sibTrans" cxnId="{0D023B2C-9A97-4912-BCCE-5CE608B7FC4E}">
      <dgm:prSet/>
      <dgm:spPr/>
      <dgm:t>
        <a:bodyPr/>
        <a:lstStyle/>
        <a:p>
          <a:endParaRPr lang="en-US"/>
        </a:p>
      </dgm:t>
    </dgm:pt>
    <dgm:pt modelId="{2ACC243F-F9D2-4AEE-B11F-8084866E95C4}">
      <dgm:prSet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GB" dirty="0"/>
            <a:t>~ Clear stock visibility and usage trends</a:t>
          </a:r>
          <a:endParaRPr lang="en-US" dirty="0"/>
        </a:p>
      </dgm:t>
    </dgm:pt>
    <dgm:pt modelId="{D615B2F6-DC4A-4C4C-8D2E-A2DFCD93C7E4}" type="parTrans" cxnId="{AF55AF9F-40F5-45DC-9ADD-F40D13FDA807}">
      <dgm:prSet/>
      <dgm:spPr/>
      <dgm:t>
        <a:bodyPr/>
        <a:lstStyle/>
        <a:p>
          <a:endParaRPr lang="en-US"/>
        </a:p>
      </dgm:t>
    </dgm:pt>
    <dgm:pt modelId="{5B0DED35-2D0B-40E0-9132-9210A9D305B3}" type="sibTrans" cxnId="{AF55AF9F-40F5-45DC-9ADD-F40D13FDA807}">
      <dgm:prSet/>
      <dgm:spPr/>
      <dgm:t>
        <a:bodyPr/>
        <a:lstStyle/>
        <a:p>
          <a:endParaRPr lang="en-US"/>
        </a:p>
      </dgm:t>
    </dgm:pt>
    <dgm:pt modelId="{25975BDE-1FD0-41C8-BBCC-14A6D70C5B9C}">
      <dgm:prSet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GB" dirty="0"/>
            <a:t>~ Better planning and decision-making</a:t>
          </a:r>
          <a:endParaRPr lang="en-US" dirty="0"/>
        </a:p>
      </dgm:t>
    </dgm:pt>
    <dgm:pt modelId="{9435FE9B-8E02-451C-8BF0-981290917A0B}" type="parTrans" cxnId="{FF195BAD-D71D-4C76-90E2-38E427CD7504}">
      <dgm:prSet/>
      <dgm:spPr/>
      <dgm:t>
        <a:bodyPr/>
        <a:lstStyle/>
        <a:p>
          <a:endParaRPr lang="en-US"/>
        </a:p>
      </dgm:t>
    </dgm:pt>
    <dgm:pt modelId="{5458545E-4E23-4B7B-A3A4-2D70F42F86C6}" type="sibTrans" cxnId="{FF195BAD-D71D-4C76-90E2-38E427CD7504}">
      <dgm:prSet/>
      <dgm:spPr/>
      <dgm:t>
        <a:bodyPr/>
        <a:lstStyle/>
        <a:p>
          <a:endParaRPr lang="en-US"/>
        </a:p>
      </dgm:t>
    </dgm:pt>
    <dgm:pt modelId="{C77C3A20-531C-4838-B070-EA4A31B903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Company</a:t>
          </a:r>
          <a:endParaRPr lang="en-US"/>
        </a:p>
      </dgm:t>
    </dgm:pt>
    <dgm:pt modelId="{02B9DEDA-CED2-45DF-9815-227AB17EBF2D}" type="parTrans" cxnId="{5A135D1E-997D-4C5E-A007-1558B47CF759}">
      <dgm:prSet/>
      <dgm:spPr/>
      <dgm:t>
        <a:bodyPr/>
        <a:lstStyle/>
        <a:p>
          <a:endParaRPr lang="en-US"/>
        </a:p>
      </dgm:t>
    </dgm:pt>
    <dgm:pt modelId="{90144849-9D3E-4B92-9536-CFAB1BF190E6}" type="sibTrans" cxnId="{5A135D1E-997D-4C5E-A007-1558B47CF759}">
      <dgm:prSet/>
      <dgm:spPr/>
      <dgm:t>
        <a:bodyPr/>
        <a:lstStyle/>
        <a:p>
          <a:endParaRPr lang="en-US"/>
        </a:p>
      </dgm:t>
    </dgm:pt>
    <dgm:pt modelId="{DAE59B2D-152E-451F-8FC3-DCF0A0F7B5DA}">
      <dgm:prSet/>
      <dgm:spPr/>
      <dgm:t>
        <a:bodyPr/>
        <a:lstStyle/>
        <a:p>
          <a:pPr algn="l"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GB" dirty="0"/>
            <a:t>~ Reduced material waste and shortages</a:t>
          </a:r>
          <a:endParaRPr lang="en-US" dirty="0"/>
        </a:p>
      </dgm:t>
    </dgm:pt>
    <dgm:pt modelId="{63CB5C2C-C3BC-4399-99C3-A08D3A109F3F}" type="parTrans" cxnId="{2D97840C-C328-4919-8449-184F9FF48A8F}">
      <dgm:prSet/>
      <dgm:spPr/>
      <dgm:t>
        <a:bodyPr/>
        <a:lstStyle/>
        <a:p>
          <a:endParaRPr lang="en-US"/>
        </a:p>
      </dgm:t>
    </dgm:pt>
    <dgm:pt modelId="{ED63EE5B-9A3E-4BC3-8958-187DBA5FD572}" type="sibTrans" cxnId="{2D97840C-C328-4919-8449-184F9FF48A8F}">
      <dgm:prSet/>
      <dgm:spPr/>
      <dgm:t>
        <a:bodyPr/>
        <a:lstStyle/>
        <a:p>
          <a:endParaRPr lang="en-US"/>
        </a:p>
      </dgm:t>
    </dgm:pt>
    <dgm:pt modelId="{8A72EFE9-2B62-47B0-BE47-0CF83BDFBCCE}">
      <dgm:prSet/>
      <dgm:spPr/>
      <dgm:t>
        <a:bodyPr/>
        <a:lstStyle/>
        <a:p>
          <a:pPr algn="l"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GB" dirty="0"/>
            <a:t>~ Improved operational efficiency</a:t>
          </a:r>
          <a:endParaRPr lang="en-US" dirty="0"/>
        </a:p>
      </dgm:t>
    </dgm:pt>
    <dgm:pt modelId="{A7E3272F-AF92-42BB-B8C3-991AE82C9619}" type="parTrans" cxnId="{72984DA2-8BC1-4DA9-99C7-9FAD9BA3FB93}">
      <dgm:prSet/>
      <dgm:spPr/>
      <dgm:t>
        <a:bodyPr/>
        <a:lstStyle/>
        <a:p>
          <a:endParaRPr lang="en-US"/>
        </a:p>
      </dgm:t>
    </dgm:pt>
    <dgm:pt modelId="{E8FA276D-03BF-4AB6-8A52-39612FA4B1EA}" type="sibTrans" cxnId="{72984DA2-8BC1-4DA9-99C7-9FAD9BA3FB93}">
      <dgm:prSet/>
      <dgm:spPr/>
      <dgm:t>
        <a:bodyPr/>
        <a:lstStyle/>
        <a:p>
          <a:endParaRPr lang="en-US"/>
        </a:p>
      </dgm:t>
    </dgm:pt>
    <dgm:pt modelId="{B05B0027-A074-4028-A3F4-686BEA6E8893}" type="pres">
      <dgm:prSet presAssocID="{40C9FB0B-122F-4452-8093-5CEFD4BBB50A}" presName="root" presStyleCnt="0">
        <dgm:presLayoutVars>
          <dgm:dir/>
          <dgm:resizeHandles val="exact"/>
        </dgm:presLayoutVars>
      </dgm:prSet>
      <dgm:spPr/>
    </dgm:pt>
    <dgm:pt modelId="{DF52A664-442E-426C-9006-BF07B46B8367}" type="pres">
      <dgm:prSet presAssocID="{EDFCCBC7-F08A-4AA8-8C05-CDBF5F2BC679}" presName="compNode" presStyleCnt="0"/>
      <dgm:spPr/>
    </dgm:pt>
    <dgm:pt modelId="{85916DE6-D00D-4E2A-A130-412E29E9E992}" type="pres">
      <dgm:prSet presAssocID="{EDFCCBC7-F08A-4AA8-8C05-CDBF5F2BC67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CEFE05-97C8-4E77-BC22-9E982523B432}" type="pres">
      <dgm:prSet presAssocID="{EDFCCBC7-F08A-4AA8-8C05-CDBF5F2BC679}" presName="iconSpace" presStyleCnt="0"/>
      <dgm:spPr/>
    </dgm:pt>
    <dgm:pt modelId="{10F33F6B-5EAB-4350-822C-C430B68D2504}" type="pres">
      <dgm:prSet presAssocID="{EDFCCBC7-F08A-4AA8-8C05-CDBF5F2BC679}" presName="parTx" presStyleLbl="revTx" presStyleIdx="0" presStyleCnt="6">
        <dgm:presLayoutVars>
          <dgm:chMax val="0"/>
          <dgm:chPref val="0"/>
        </dgm:presLayoutVars>
      </dgm:prSet>
      <dgm:spPr/>
    </dgm:pt>
    <dgm:pt modelId="{89B4FF80-BEFB-481F-B409-AA31110D56C2}" type="pres">
      <dgm:prSet presAssocID="{EDFCCBC7-F08A-4AA8-8C05-CDBF5F2BC679}" presName="txSpace" presStyleCnt="0"/>
      <dgm:spPr/>
    </dgm:pt>
    <dgm:pt modelId="{B83F4013-8FA5-49D4-9A81-63AE4605FA32}" type="pres">
      <dgm:prSet presAssocID="{EDFCCBC7-F08A-4AA8-8C05-CDBF5F2BC679}" presName="desTx" presStyleLbl="revTx" presStyleIdx="1" presStyleCnt="6">
        <dgm:presLayoutVars/>
      </dgm:prSet>
      <dgm:spPr/>
    </dgm:pt>
    <dgm:pt modelId="{C7B7F7DC-1FCB-4D2C-9591-D1070892C081}" type="pres">
      <dgm:prSet presAssocID="{67116629-4423-4C1B-87A0-35C4B89DCEB2}" presName="sibTrans" presStyleCnt="0"/>
      <dgm:spPr/>
    </dgm:pt>
    <dgm:pt modelId="{2238A23B-F4BC-42FF-80D2-362779494085}" type="pres">
      <dgm:prSet presAssocID="{23EEAC98-83B0-4242-8881-72D500B1DE04}" presName="compNode" presStyleCnt="0"/>
      <dgm:spPr/>
    </dgm:pt>
    <dgm:pt modelId="{76E4D87F-3471-4CE8-9FA0-64F2A1871933}" type="pres">
      <dgm:prSet presAssocID="{23EEAC98-83B0-4242-8881-72D500B1DE0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ECD16793-26DD-4BD1-8F91-D27701D8AC0D}" type="pres">
      <dgm:prSet presAssocID="{23EEAC98-83B0-4242-8881-72D500B1DE04}" presName="iconSpace" presStyleCnt="0"/>
      <dgm:spPr/>
    </dgm:pt>
    <dgm:pt modelId="{9D33FDEB-A1B3-4347-AD35-625FBA71CEEC}" type="pres">
      <dgm:prSet presAssocID="{23EEAC98-83B0-4242-8881-72D500B1DE04}" presName="parTx" presStyleLbl="revTx" presStyleIdx="2" presStyleCnt="6">
        <dgm:presLayoutVars>
          <dgm:chMax val="0"/>
          <dgm:chPref val="0"/>
        </dgm:presLayoutVars>
      </dgm:prSet>
      <dgm:spPr/>
    </dgm:pt>
    <dgm:pt modelId="{1C6A0181-82BC-40D3-94AC-06A5913D81D1}" type="pres">
      <dgm:prSet presAssocID="{23EEAC98-83B0-4242-8881-72D500B1DE04}" presName="txSpace" presStyleCnt="0"/>
      <dgm:spPr/>
    </dgm:pt>
    <dgm:pt modelId="{E93E9014-76EF-46A3-B9C0-F44A819DD747}" type="pres">
      <dgm:prSet presAssocID="{23EEAC98-83B0-4242-8881-72D500B1DE04}" presName="desTx" presStyleLbl="revTx" presStyleIdx="3" presStyleCnt="6" custScaleX="81233">
        <dgm:presLayoutVars/>
      </dgm:prSet>
      <dgm:spPr/>
    </dgm:pt>
    <dgm:pt modelId="{839573B8-F25E-41BB-A8FF-405A4661820E}" type="pres">
      <dgm:prSet presAssocID="{C94301F9-6503-4593-9F96-4CF9882EAF48}" presName="sibTrans" presStyleCnt="0"/>
      <dgm:spPr/>
    </dgm:pt>
    <dgm:pt modelId="{EF3B5ACC-986F-4421-AF09-7F5383744E84}" type="pres">
      <dgm:prSet presAssocID="{C77C3A20-531C-4838-B070-EA4A31B90379}" presName="compNode" presStyleCnt="0"/>
      <dgm:spPr/>
    </dgm:pt>
    <dgm:pt modelId="{50DEC890-DB04-4858-9A00-D1EABC0AF8E4}" type="pres">
      <dgm:prSet presAssocID="{C77C3A20-531C-4838-B070-EA4A31B9037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F580E93-A58A-47A1-8827-5D4DBA70AFBC}" type="pres">
      <dgm:prSet presAssocID="{C77C3A20-531C-4838-B070-EA4A31B90379}" presName="iconSpace" presStyleCnt="0"/>
      <dgm:spPr/>
    </dgm:pt>
    <dgm:pt modelId="{E1636AC3-0868-4517-BCE2-E914A133D886}" type="pres">
      <dgm:prSet presAssocID="{C77C3A20-531C-4838-B070-EA4A31B90379}" presName="parTx" presStyleLbl="revTx" presStyleIdx="4" presStyleCnt="6">
        <dgm:presLayoutVars>
          <dgm:chMax val="0"/>
          <dgm:chPref val="0"/>
        </dgm:presLayoutVars>
      </dgm:prSet>
      <dgm:spPr/>
    </dgm:pt>
    <dgm:pt modelId="{E37C270A-CC7A-4659-9579-9B3D9F725DAA}" type="pres">
      <dgm:prSet presAssocID="{C77C3A20-531C-4838-B070-EA4A31B90379}" presName="txSpace" presStyleCnt="0"/>
      <dgm:spPr/>
    </dgm:pt>
    <dgm:pt modelId="{76851BFC-00F5-4074-A9C9-6F52E66857C1}" type="pres">
      <dgm:prSet presAssocID="{C77C3A20-531C-4838-B070-EA4A31B90379}" presName="desTx" presStyleLbl="revTx" presStyleIdx="5" presStyleCnt="6" custScaleX="89912">
        <dgm:presLayoutVars/>
      </dgm:prSet>
      <dgm:spPr/>
    </dgm:pt>
  </dgm:ptLst>
  <dgm:cxnLst>
    <dgm:cxn modelId="{D5C1B800-1C55-409C-BB43-75B89AA559D0}" type="presOf" srcId="{8A72EFE9-2B62-47B0-BE47-0CF83BDFBCCE}" destId="{76851BFC-00F5-4074-A9C9-6F52E66857C1}" srcOrd="0" destOrd="1" presId="urn:microsoft.com/office/officeart/2018/5/layout/CenteredIconLabelDescriptionList"/>
    <dgm:cxn modelId="{2D97840C-C328-4919-8449-184F9FF48A8F}" srcId="{C77C3A20-531C-4838-B070-EA4A31B90379}" destId="{DAE59B2D-152E-451F-8FC3-DCF0A0F7B5DA}" srcOrd="0" destOrd="0" parTransId="{63CB5C2C-C3BC-4399-99C3-A08D3A109F3F}" sibTransId="{ED63EE5B-9A3E-4BC3-8958-187DBA5FD572}"/>
    <dgm:cxn modelId="{11789E19-32C1-4BEC-9715-528D42623CAA}" srcId="{EDFCCBC7-F08A-4AA8-8C05-CDBF5F2BC679}" destId="{B83F3F5E-FC65-4650-BB68-6C9CF3CC6499}" srcOrd="0" destOrd="0" parTransId="{14000713-3500-4FB9-911C-46791B14F434}" sibTransId="{B4EBE897-518F-4638-8796-C2C9EABEC8E1}"/>
    <dgm:cxn modelId="{5A135D1E-997D-4C5E-A007-1558B47CF759}" srcId="{40C9FB0B-122F-4452-8093-5CEFD4BBB50A}" destId="{C77C3A20-531C-4838-B070-EA4A31B90379}" srcOrd="2" destOrd="0" parTransId="{02B9DEDA-CED2-45DF-9815-227AB17EBF2D}" sibTransId="{90144849-9D3E-4B92-9536-CFAB1BF190E6}"/>
    <dgm:cxn modelId="{0D023B2C-9A97-4912-BCCE-5CE608B7FC4E}" srcId="{40C9FB0B-122F-4452-8093-5CEFD4BBB50A}" destId="{23EEAC98-83B0-4242-8881-72D500B1DE04}" srcOrd="1" destOrd="0" parTransId="{A32D8B71-9EBA-403C-9820-D19B6EB6869B}" sibTransId="{C94301F9-6503-4593-9F96-4CF9882EAF48}"/>
    <dgm:cxn modelId="{8771913C-C598-4606-A0E3-C0F10A41DF29}" type="presOf" srcId="{C77C3A20-531C-4838-B070-EA4A31B90379}" destId="{E1636AC3-0868-4517-BCE2-E914A133D886}" srcOrd="0" destOrd="0" presId="urn:microsoft.com/office/officeart/2018/5/layout/CenteredIconLabelDescriptionList"/>
    <dgm:cxn modelId="{48363673-A524-4F33-894F-CBA4169FD8DA}" srcId="{EDFCCBC7-F08A-4AA8-8C05-CDBF5F2BC679}" destId="{0373CA09-FD47-4C1B-A6FA-B23F19671DEA}" srcOrd="1" destOrd="0" parTransId="{DBD866E2-7B59-4C50-AE10-0BFF57560D97}" sibTransId="{8CEFBB93-934A-4A78-931B-BE01A0255337}"/>
    <dgm:cxn modelId="{25B61679-C9DF-4294-9A8C-9546872D353C}" srcId="{40C9FB0B-122F-4452-8093-5CEFD4BBB50A}" destId="{EDFCCBC7-F08A-4AA8-8C05-CDBF5F2BC679}" srcOrd="0" destOrd="0" parTransId="{7EDAFAF1-1055-4F5D-809E-6F930675C6EB}" sibTransId="{67116629-4423-4C1B-87A0-35C4B89DCEB2}"/>
    <dgm:cxn modelId="{69AE887B-EBFD-4F27-9D6D-43303EF7839B}" type="presOf" srcId="{DAE59B2D-152E-451F-8FC3-DCF0A0F7B5DA}" destId="{76851BFC-00F5-4074-A9C9-6F52E66857C1}" srcOrd="0" destOrd="0" presId="urn:microsoft.com/office/officeart/2018/5/layout/CenteredIconLabelDescriptionList"/>
    <dgm:cxn modelId="{25605496-DE75-4E6A-AABC-F355D1CF24D3}" type="presOf" srcId="{25975BDE-1FD0-41C8-BBCC-14A6D70C5B9C}" destId="{E93E9014-76EF-46A3-B9C0-F44A819DD747}" srcOrd="0" destOrd="1" presId="urn:microsoft.com/office/officeart/2018/5/layout/CenteredIconLabelDescriptionList"/>
    <dgm:cxn modelId="{E73A599E-9892-460F-827B-D7E663805962}" type="presOf" srcId="{40C9FB0B-122F-4452-8093-5CEFD4BBB50A}" destId="{B05B0027-A074-4028-A3F4-686BEA6E8893}" srcOrd="0" destOrd="0" presId="urn:microsoft.com/office/officeart/2018/5/layout/CenteredIconLabelDescriptionList"/>
    <dgm:cxn modelId="{AF55AF9F-40F5-45DC-9ADD-F40D13FDA807}" srcId="{23EEAC98-83B0-4242-8881-72D500B1DE04}" destId="{2ACC243F-F9D2-4AEE-B11F-8084866E95C4}" srcOrd="0" destOrd="0" parTransId="{D615B2F6-DC4A-4C4C-8D2E-A2DFCD93C7E4}" sibTransId="{5B0DED35-2D0B-40E0-9132-9210A9D305B3}"/>
    <dgm:cxn modelId="{72984DA2-8BC1-4DA9-99C7-9FAD9BA3FB93}" srcId="{C77C3A20-531C-4838-B070-EA4A31B90379}" destId="{8A72EFE9-2B62-47B0-BE47-0CF83BDFBCCE}" srcOrd="1" destOrd="0" parTransId="{A7E3272F-AF92-42BB-B8C3-991AE82C9619}" sibTransId="{E8FA276D-03BF-4AB6-8A52-39612FA4B1EA}"/>
    <dgm:cxn modelId="{FF195BAD-D71D-4C76-90E2-38E427CD7504}" srcId="{23EEAC98-83B0-4242-8881-72D500B1DE04}" destId="{25975BDE-1FD0-41C8-BBCC-14A6D70C5B9C}" srcOrd="1" destOrd="0" parTransId="{9435FE9B-8E02-451C-8BF0-981290917A0B}" sibTransId="{5458545E-4E23-4B7B-A3A4-2D70F42F86C6}"/>
    <dgm:cxn modelId="{6D4F74C5-4CCC-414A-ACE3-968D7CC74AEA}" type="presOf" srcId="{23EEAC98-83B0-4242-8881-72D500B1DE04}" destId="{9D33FDEB-A1B3-4347-AD35-625FBA71CEEC}" srcOrd="0" destOrd="0" presId="urn:microsoft.com/office/officeart/2018/5/layout/CenteredIconLabelDescriptionList"/>
    <dgm:cxn modelId="{E84D6ED4-75ED-492C-808B-03DB361F3DCA}" type="presOf" srcId="{EDFCCBC7-F08A-4AA8-8C05-CDBF5F2BC679}" destId="{10F33F6B-5EAB-4350-822C-C430B68D2504}" srcOrd="0" destOrd="0" presId="urn:microsoft.com/office/officeart/2018/5/layout/CenteredIconLabelDescriptionList"/>
    <dgm:cxn modelId="{E11888D4-DCEE-4FF0-9B69-8A33C234D598}" type="presOf" srcId="{2ACC243F-F9D2-4AEE-B11F-8084866E95C4}" destId="{E93E9014-76EF-46A3-B9C0-F44A819DD747}" srcOrd="0" destOrd="0" presId="urn:microsoft.com/office/officeart/2018/5/layout/CenteredIconLabelDescriptionList"/>
    <dgm:cxn modelId="{0B6C98E8-2C98-4E88-8448-7AFFF1612566}" type="presOf" srcId="{0373CA09-FD47-4C1B-A6FA-B23F19671DEA}" destId="{B83F4013-8FA5-49D4-9A81-63AE4605FA32}" srcOrd="0" destOrd="1" presId="urn:microsoft.com/office/officeart/2018/5/layout/CenteredIconLabelDescriptionList"/>
    <dgm:cxn modelId="{26CD63EF-1B71-4ACC-A6FF-7E4E6BB762F1}" type="presOf" srcId="{B83F3F5E-FC65-4650-BB68-6C9CF3CC6499}" destId="{B83F4013-8FA5-49D4-9A81-63AE4605FA32}" srcOrd="0" destOrd="0" presId="urn:microsoft.com/office/officeart/2018/5/layout/CenteredIconLabelDescriptionList"/>
    <dgm:cxn modelId="{84988FB5-04F8-46E5-B7ED-53D8C19E7C84}" type="presParOf" srcId="{B05B0027-A074-4028-A3F4-686BEA6E8893}" destId="{DF52A664-442E-426C-9006-BF07B46B8367}" srcOrd="0" destOrd="0" presId="urn:microsoft.com/office/officeart/2018/5/layout/CenteredIconLabelDescriptionList"/>
    <dgm:cxn modelId="{4E2A33C6-9CB4-4EB2-B077-93DBE3EB41A6}" type="presParOf" srcId="{DF52A664-442E-426C-9006-BF07B46B8367}" destId="{85916DE6-D00D-4E2A-A130-412E29E9E992}" srcOrd="0" destOrd="0" presId="urn:microsoft.com/office/officeart/2018/5/layout/CenteredIconLabelDescriptionList"/>
    <dgm:cxn modelId="{8A4CC7B3-5194-44A7-B3FC-897B360CA0F0}" type="presParOf" srcId="{DF52A664-442E-426C-9006-BF07B46B8367}" destId="{57CEFE05-97C8-4E77-BC22-9E982523B432}" srcOrd="1" destOrd="0" presId="urn:microsoft.com/office/officeart/2018/5/layout/CenteredIconLabelDescriptionList"/>
    <dgm:cxn modelId="{8F773DA3-7DA2-4E2C-A6F1-6DEA748283A9}" type="presParOf" srcId="{DF52A664-442E-426C-9006-BF07B46B8367}" destId="{10F33F6B-5EAB-4350-822C-C430B68D2504}" srcOrd="2" destOrd="0" presId="urn:microsoft.com/office/officeart/2018/5/layout/CenteredIconLabelDescriptionList"/>
    <dgm:cxn modelId="{483EC1B0-266C-4DA2-B22F-D4136CFA16D7}" type="presParOf" srcId="{DF52A664-442E-426C-9006-BF07B46B8367}" destId="{89B4FF80-BEFB-481F-B409-AA31110D56C2}" srcOrd="3" destOrd="0" presId="urn:microsoft.com/office/officeart/2018/5/layout/CenteredIconLabelDescriptionList"/>
    <dgm:cxn modelId="{311CD275-8CD1-4ADB-B6AD-C84A1D0D19D9}" type="presParOf" srcId="{DF52A664-442E-426C-9006-BF07B46B8367}" destId="{B83F4013-8FA5-49D4-9A81-63AE4605FA32}" srcOrd="4" destOrd="0" presId="urn:microsoft.com/office/officeart/2018/5/layout/CenteredIconLabelDescriptionList"/>
    <dgm:cxn modelId="{1C7B6C3A-9EFC-47FC-B5A3-8EC7AE888A86}" type="presParOf" srcId="{B05B0027-A074-4028-A3F4-686BEA6E8893}" destId="{C7B7F7DC-1FCB-4D2C-9591-D1070892C081}" srcOrd="1" destOrd="0" presId="urn:microsoft.com/office/officeart/2018/5/layout/CenteredIconLabelDescriptionList"/>
    <dgm:cxn modelId="{C18C6CD1-179A-42F2-8570-6AB1B48EB5FA}" type="presParOf" srcId="{B05B0027-A074-4028-A3F4-686BEA6E8893}" destId="{2238A23B-F4BC-42FF-80D2-362779494085}" srcOrd="2" destOrd="0" presId="urn:microsoft.com/office/officeart/2018/5/layout/CenteredIconLabelDescriptionList"/>
    <dgm:cxn modelId="{BB8152CB-2155-411A-AEA4-50AD4DFF374F}" type="presParOf" srcId="{2238A23B-F4BC-42FF-80D2-362779494085}" destId="{76E4D87F-3471-4CE8-9FA0-64F2A1871933}" srcOrd="0" destOrd="0" presId="urn:microsoft.com/office/officeart/2018/5/layout/CenteredIconLabelDescriptionList"/>
    <dgm:cxn modelId="{1B6E9BB1-619A-4AFB-97B5-C33D9FDE0E5C}" type="presParOf" srcId="{2238A23B-F4BC-42FF-80D2-362779494085}" destId="{ECD16793-26DD-4BD1-8F91-D27701D8AC0D}" srcOrd="1" destOrd="0" presId="urn:microsoft.com/office/officeart/2018/5/layout/CenteredIconLabelDescriptionList"/>
    <dgm:cxn modelId="{77C3939B-BA98-49CE-8A52-C606B6B71C1B}" type="presParOf" srcId="{2238A23B-F4BC-42FF-80D2-362779494085}" destId="{9D33FDEB-A1B3-4347-AD35-625FBA71CEEC}" srcOrd="2" destOrd="0" presId="urn:microsoft.com/office/officeart/2018/5/layout/CenteredIconLabelDescriptionList"/>
    <dgm:cxn modelId="{EDF1B090-1AA4-439F-A40B-23A6DA8BDE81}" type="presParOf" srcId="{2238A23B-F4BC-42FF-80D2-362779494085}" destId="{1C6A0181-82BC-40D3-94AC-06A5913D81D1}" srcOrd="3" destOrd="0" presId="urn:microsoft.com/office/officeart/2018/5/layout/CenteredIconLabelDescriptionList"/>
    <dgm:cxn modelId="{9663257D-6695-45C4-A35F-A4F405606B6F}" type="presParOf" srcId="{2238A23B-F4BC-42FF-80D2-362779494085}" destId="{E93E9014-76EF-46A3-B9C0-F44A819DD747}" srcOrd="4" destOrd="0" presId="urn:microsoft.com/office/officeart/2018/5/layout/CenteredIconLabelDescriptionList"/>
    <dgm:cxn modelId="{C3DE66AB-E948-4C29-8F4F-4AC77C2E1116}" type="presParOf" srcId="{B05B0027-A074-4028-A3F4-686BEA6E8893}" destId="{839573B8-F25E-41BB-A8FF-405A4661820E}" srcOrd="3" destOrd="0" presId="urn:microsoft.com/office/officeart/2018/5/layout/CenteredIconLabelDescriptionList"/>
    <dgm:cxn modelId="{79373350-3814-4D4D-B2E0-6CD6DF75CF1C}" type="presParOf" srcId="{B05B0027-A074-4028-A3F4-686BEA6E8893}" destId="{EF3B5ACC-986F-4421-AF09-7F5383744E84}" srcOrd="4" destOrd="0" presId="urn:microsoft.com/office/officeart/2018/5/layout/CenteredIconLabelDescriptionList"/>
    <dgm:cxn modelId="{C3596BA0-F0A5-4BF6-9C3A-67804731CE0E}" type="presParOf" srcId="{EF3B5ACC-986F-4421-AF09-7F5383744E84}" destId="{50DEC890-DB04-4858-9A00-D1EABC0AF8E4}" srcOrd="0" destOrd="0" presId="urn:microsoft.com/office/officeart/2018/5/layout/CenteredIconLabelDescriptionList"/>
    <dgm:cxn modelId="{046B4CB7-DE05-464E-AA48-7A25A36B1BD8}" type="presParOf" srcId="{EF3B5ACC-986F-4421-AF09-7F5383744E84}" destId="{CF580E93-A58A-47A1-8827-5D4DBA70AFBC}" srcOrd="1" destOrd="0" presId="urn:microsoft.com/office/officeart/2018/5/layout/CenteredIconLabelDescriptionList"/>
    <dgm:cxn modelId="{F4769702-723E-40C4-B7CC-6451E789BC5E}" type="presParOf" srcId="{EF3B5ACC-986F-4421-AF09-7F5383744E84}" destId="{E1636AC3-0868-4517-BCE2-E914A133D886}" srcOrd="2" destOrd="0" presId="urn:microsoft.com/office/officeart/2018/5/layout/CenteredIconLabelDescriptionList"/>
    <dgm:cxn modelId="{5048F13F-3F90-4648-AB81-EF0900215D82}" type="presParOf" srcId="{EF3B5ACC-986F-4421-AF09-7F5383744E84}" destId="{E37C270A-CC7A-4659-9579-9B3D9F725DAA}" srcOrd="3" destOrd="0" presId="urn:microsoft.com/office/officeart/2018/5/layout/CenteredIconLabelDescriptionList"/>
    <dgm:cxn modelId="{4E9E0E64-0826-46A9-8458-A32DBDC48767}" type="presParOf" srcId="{EF3B5ACC-986F-4421-AF09-7F5383744E84}" destId="{76851BFC-00F5-4074-A9C9-6F52E66857C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1DD0E-DFF5-419B-9978-21D0CCF33EB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1C1F37-E74C-481A-B0F1-F8838C826C6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Meeting &amp; emails with </a:t>
          </a:r>
          <a:r>
            <a:rPr lang="en-GB" dirty="0" err="1"/>
            <a:t>AlBa</a:t>
          </a:r>
          <a:r>
            <a:rPr lang="en-GB" dirty="0"/>
            <a:t> supervisor</a:t>
          </a:r>
          <a:endParaRPr lang="en-US" dirty="0"/>
        </a:p>
      </dgm:t>
    </dgm:pt>
    <dgm:pt modelId="{B4F7BAAF-0223-4AD3-BF7B-065C115FDE70}" type="parTrans" cxnId="{0B293969-ED54-4445-90B6-5F715DFA0433}">
      <dgm:prSet/>
      <dgm:spPr/>
      <dgm:t>
        <a:bodyPr/>
        <a:lstStyle/>
        <a:p>
          <a:endParaRPr lang="en-US"/>
        </a:p>
      </dgm:t>
    </dgm:pt>
    <dgm:pt modelId="{65E244F8-9612-42BC-AFF2-0B5D4C9D51A9}" type="sibTrans" cxnId="{0B293969-ED54-4445-90B6-5F715DFA0433}">
      <dgm:prSet/>
      <dgm:spPr/>
      <dgm:t>
        <a:bodyPr/>
        <a:lstStyle/>
        <a:p>
          <a:endParaRPr lang="en-US"/>
        </a:p>
      </dgm:t>
    </dgm:pt>
    <dgm:pt modelId="{E238F517-8E36-46F5-AB9B-44B4E960701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Observation of current Excel-based system</a:t>
          </a:r>
          <a:endParaRPr lang="en-US"/>
        </a:p>
      </dgm:t>
    </dgm:pt>
    <dgm:pt modelId="{10223C1C-A9AC-4A77-BD18-0EF5F9671335}" type="parTrans" cxnId="{71924EE1-5E71-40D4-9867-F4B42EA98A9F}">
      <dgm:prSet/>
      <dgm:spPr/>
      <dgm:t>
        <a:bodyPr/>
        <a:lstStyle/>
        <a:p>
          <a:endParaRPr lang="en-US"/>
        </a:p>
      </dgm:t>
    </dgm:pt>
    <dgm:pt modelId="{1C79425E-D265-40EA-98E3-7C7A42B5ADE5}" type="sibTrans" cxnId="{71924EE1-5E71-40D4-9867-F4B42EA98A9F}">
      <dgm:prSet/>
      <dgm:spPr/>
      <dgm:t>
        <a:bodyPr/>
        <a:lstStyle/>
        <a:p>
          <a:endParaRPr lang="en-US"/>
        </a:p>
      </dgm:t>
    </dgm:pt>
    <dgm:pt modelId="{520CE8C1-3E20-472C-A6AB-870AD6B0261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Review of similar inventory systems</a:t>
          </a:r>
          <a:endParaRPr lang="en-US"/>
        </a:p>
      </dgm:t>
    </dgm:pt>
    <dgm:pt modelId="{34EEDB9E-EC2D-4D26-BD95-7B912D2275D6}" type="parTrans" cxnId="{8A9BCCA0-2D50-47C1-8EDC-5BCB7F043794}">
      <dgm:prSet/>
      <dgm:spPr/>
      <dgm:t>
        <a:bodyPr/>
        <a:lstStyle/>
        <a:p>
          <a:endParaRPr lang="en-US"/>
        </a:p>
      </dgm:t>
    </dgm:pt>
    <dgm:pt modelId="{186F5957-5EFB-478F-B5F7-42F4212985CE}" type="sibTrans" cxnId="{8A9BCCA0-2D50-47C1-8EDC-5BCB7F043794}">
      <dgm:prSet/>
      <dgm:spPr/>
      <dgm:t>
        <a:bodyPr/>
        <a:lstStyle/>
        <a:p>
          <a:endParaRPr lang="en-US"/>
        </a:p>
      </dgm:t>
    </dgm:pt>
    <dgm:pt modelId="{CCED5D61-F756-4CF8-A685-945A8C9FA7F4}" type="pres">
      <dgm:prSet presAssocID="{3311DD0E-DFF5-419B-9978-21D0CCF33EB7}" presName="root" presStyleCnt="0">
        <dgm:presLayoutVars>
          <dgm:dir/>
          <dgm:resizeHandles val="exact"/>
        </dgm:presLayoutVars>
      </dgm:prSet>
      <dgm:spPr/>
    </dgm:pt>
    <dgm:pt modelId="{76A95D07-B561-42E7-B68D-0DAEA807FD89}" type="pres">
      <dgm:prSet presAssocID="{B41C1F37-E74C-481A-B0F1-F8838C826C61}" presName="compNode" presStyleCnt="0"/>
      <dgm:spPr/>
    </dgm:pt>
    <dgm:pt modelId="{18615940-0653-4809-8846-CAC1EF188815}" type="pres">
      <dgm:prSet presAssocID="{B41C1F37-E74C-481A-B0F1-F8838C826C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8A8E1E43-24C3-45D8-A57C-25A104AD221F}" type="pres">
      <dgm:prSet presAssocID="{B41C1F37-E74C-481A-B0F1-F8838C826C61}" presName="spaceRect" presStyleCnt="0"/>
      <dgm:spPr/>
    </dgm:pt>
    <dgm:pt modelId="{80415AC0-C7E7-4C22-9561-2C54234D4D5F}" type="pres">
      <dgm:prSet presAssocID="{B41C1F37-E74C-481A-B0F1-F8838C826C61}" presName="textRect" presStyleLbl="revTx" presStyleIdx="0" presStyleCnt="3">
        <dgm:presLayoutVars>
          <dgm:chMax val="1"/>
          <dgm:chPref val="1"/>
        </dgm:presLayoutVars>
      </dgm:prSet>
      <dgm:spPr/>
    </dgm:pt>
    <dgm:pt modelId="{7FD8DCC6-2DCB-44A9-AD7F-4A71CC19EE17}" type="pres">
      <dgm:prSet presAssocID="{65E244F8-9612-42BC-AFF2-0B5D4C9D51A9}" presName="sibTrans" presStyleCnt="0"/>
      <dgm:spPr/>
    </dgm:pt>
    <dgm:pt modelId="{CEEA2A1B-AE3B-474B-9708-5D3208E53A4F}" type="pres">
      <dgm:prSet presAssocID="{E238F517-8E36-46F5-AB9B-44B4E960701F}" presName="compNode" presStyleCnt="0"/>
      <dgm:spPr/>
    </dgm:pt>
    <dgm:pt modelId="{AB2F749D-9F0F-47A0-9794-F8547B628A7A}" type="pres">
      <dgm:prSet presAssocID="{E238F517-8E36-46F5-AB9B-44B4E960701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CC9A43AA-AB00-435A-AD74-B95D3F1994DD}" type="pres">
      <dgm:prSet presAssocID="{E238F517-8E36-46F5-AB9B-44B4E960701F}" presName="spaceRect" presStyleCnt="0"/>
      <dgm:spPr/>
    </dgm:pt>
    <dgm:pt modelId="{57C7F4D6-C3CF-4518-AD64-9808FB03A8F2}" type="pres">
      <dgm:prSet presAssocID="{E238F517-8E36-46F5-AB9B-44B4E960701F}" presName="textRect" presStyleLbl="revTx" presStyleIdx="1" presStyleCnt="3">
        <dgm:presLayoutVars>
          <dgm:chMax val="1"/>
          <dgm:chPref val="1"/>
        </dgm:presLayoutVars>
      </dgm:prSet>
      <dgm:spPr/>
    </dgm:pt>
    <dgm:pt modelId="{96F483F5-72F6-40BF-844A-2AECB52DF9A0}" type="pres">
      <dgm:prSet presAssocID="{1C79425E-D265-40EA-98E3-7C7A42B5ADE5}" presName="sibTrans" presStyleCnt="0"/>
      <dgm:spPr/>
    </dgm:pt>
    <dgm:pt modelId="{A80B949A-6716-4ECE-B93B-E6C291D17799}" type="pres">
      <dgm:prSet presAssocID="{520CE8C1-3E20-472C-A6AB-870AD6B0261C}" presName="compNode" presStyleCnt="0"/>
      <dgm:spPr/>
    </dgm:pt>
    <dgm:pt modelId="{72E5EA34-F300-49C3-A6FE-6EDB9B24A24B}" type="pres">
      <dgm:prSet presAssocID="{520CE8C1-3E20-472C-A6AB-870AD6B0261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410BCB4-311E-4010-8CAD-2DA1ACB379BC}" type="pres">
      <dgm:prSet presAssocID="{520CE8C1-3E20-472C-A6AB-870AD6B0261C}" presName="spaceRect" presStyleCnt="0"/>
      <dgm:spPr/>
    </dgm:pt>
    <dgm:pt modelId="{6DDB5F27-77DC-437B-9746-29F0D0BF4B96}" type="pres">
      <dgm:prSet presAssocID="{520CE8C1-3E20-472C-A6AB-870AD6B026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C70036-86F4-41C5-8793-7FA1FAA19B54}" type="presOf" srcId="{3311DD0E-DFF5-419B-9978-21D0CCF33EB7}" destId="{CCED5D61-F756-4CF8-A685-945A8C9FA7F4}" srcOrd="0" destOrd="0" presId="urn:microsoft.com/office/officeart/2018/2/layout/IconLabelList"/>
    <dgm:cxn modelId="{D6E6EA64-6632-408C-B71F-6D320403883C}" type="presOf" srcId="{520CE8C1-3E20-472C-A6AB-870AD6B0261C}" destId="{6DDB5F27-77DC-437B-9746-29F0D0BF4B96}" srcOrd="0" destOrd="0" presId="urn:microsoft.com/office/officeart/2018/2/layout/IconLabelList"/>
    <dgm:cxn modelId="{87DD1F66-8A72-45B4-BEA0-020173B495BA}" type="presOf" srcId="{B41C1F37-E74C-481A-B0F1-F8838C826C61}" destId="{80415AC0-C7E7-4C22-9561-2C54234D4D5F}" srcOrd="0" destOrd="0" presId="urn:microsoft.com/office/officeart/2018/2/layout/IconLabelList"/>
    <dgm:cxn modelId="{0B293969-ED54-4445-90B6-5F715DFA0433}" srcId="{3311DD0E-DFF5-419B-9978-21D0CCF33EB7}" destId="{B41C1F37-E74C-481A-B0F1-F8838C826C61}" srcOrd="0" destOrd="0" parTransId="{B4F7BAAF-0223-4AD3-BF7B-065C115FDE70}" sibTransId="{65E244F8-9612-42BC-AFF2-0B5D4C9D51A9}"/>
    <dgm:cxn modelId="{8A9BCCA0-2D50-47C1-8EDC-5BCB7F043794}" srcId="{3311DD0E-DFF5-419B-9978-21D0CCF33EB7}" destId="{520CE8C1-3E20-472C-A6AB-870AD6B0261C}" srcOrd="2" destOrd="0" parTransId="{34EEDB9E-EC2D-4D26-BD95-7B912D2275D6}" sibTransId="{186F5957-5EFB-478F-B5F7-42F4212985CE}"/>
    <dgm:cxn modelId="{2954FEC1-3DEF-4BEA-A392-5ABE71E200ED}" type="presOf" srcId="{E238F517-8E36-46F5-AB9B-44B4E960701F}" destId="{57C7F4D6-C3CF-4518-AD64-9808FB03A8F2}" srcOrd="0" destOrd="0" presId="urn:microsoft.com/office/officeart/2018/2/layout/IconLabelList"/>
    <dgm:cxn modelId="{71924EE1-5E71-40D4-9867-F4B42EA98A9F}" srcId="{3311DD0E-DFF5-419B-9978-21D0CCF33EB7}" destId="{E238F517-8E36-46F5-AB9B-44B4E960701F}" srcOrd="1" destOrd="0" parTransId="{10223C1C-A9AC-4A77-BD18-0EF5F9671335}" sibTransId="{1C79425E-D265-40EA-98E3-7C7A42B5ADE5}"/>
    <dgm:cxn modelId="{F4DDD4D9-4F12-4D53-BD9C-9A5C9FDC851A}" type="presParOf" srcId="{CCED5D61-F756-4CF8-A685-945A8C9FA7F4}" destId="{76A95D07-B561-42E7-B68D-0DAEA807FD89}" srcOrd="0" destOrd="0" presId="urn:microsoft.com/office/officeart/2018/2/layout/IconLabelList"/>
    <dgm:cxn modelId="{BD0B694A-8DD1-4657-818B-346D5504318E}" type="presParOf" srcId="{76A95D07-B561-42E7-B68D-0DAEA807FD89}" destId="{18615940-0653-4809-8846-CAC1EF188815}" srcOrd="0" destOrd="0" presId="urn:microsoft.com/office/officeart/2018/2/layout/IconLabelList"/>
    <dgm:cxn modelId="{E92FFF36-F451-4546-8C9E-E024DC9490AC}" type="presParOf" srcId="{76A95D07-B561-42E7-B68D-0DAEA807FD89}" destId="{8A8E1E43-24C3-45D8-A57C-25A104AD221F}" srcOrd="1" destOrd="0" presId="urn:microsoft.com/office/officeart/2018/2/layout/IconLabelList"/>
    <dgm:cxn modelId="{3CCB0629-1A47-4BFE-8E56-05DA4FECD7E4}" type="presParOf" srcId="{76A95D07-B561-42E7-B68D-0DAEA807FD89}" destId="{80415AC0-C7E7-4C22-9561-2C54234D4D5F}" srcOrd="2" destOrd="0" presId="urn:microsoft.com/office/officeart/2018/2/layout/IconLabelList"/>
    <dgm:cxn modelId="{F2263748-A817-4B5F-91BF-744C2E03C8F3}" type="presParOf" srcId="{CCED5D61-F756-4CF8-A685-945A8C9FA7F4}" destId="{7FD8DCC6-2DCB-44A9-AD7F-4A71CC19EE17}" srcOrd="1" destOrd="0" presId="urn:microsoft.com/office/officeart/2018/2/layout/IconLabelList"/>
    <dgm:cxn modelId="{197D49D4-51E8-4C5E-9F55-7CAAA270878E}" type="presParOf" srcId="{CCED5D61-F756-4CF8-A685-945A8C9FA7F4}" destId="{CEEA2A1B-AE3B-474B-9708-5D3208E53A4F}" srcOrd="2" destOrd="0" presId="urn:microsoft.com/office/officeart/2018/2/layout/IconLabelList"/>
    <dgm:cxn modelId="{04BB89D4-2EB2-4786-B686-1CF6AC6A855A}" type="presParOf" srcId="{CEEA2A1B-AE3B-474B-9708-5D3208E53A4F}" destId="{AB2F749D-9F0F-47A0-9794-F8547B628A7A}" srcOrd="0" destOrd="0" presId="urn:microsoft.com/office/officeart/2018/2/layout/IconLabelList"/>
    <dgm:cxn modelId="{D8CEE59C-673A-4AFE-A86F-8F747A3AC952}" type="presParOf" srcId="{CEEA2A1B-AE3B-474B-9708-5D3208E53A4F}" destId="{CC9A43AA-AB00-435A-AD74-B95D3F1994DD}" srcOrd="1" destOrd="0" presId="urn:microsoft.com/office/officeart/2018/2/layout/IconLabelList"/>
    <dgm:cxn modelId="{14232B6B-3773-4B2F-B928-2ED7E794175A}" type="presParOf" srcId="{CEEA2A1B-AE3B-474B-9708-5D3208E53A4F}" destId="{57C7F4D6-C3CF-4518-AD64-9808FB03A8F2}" srcOrd="2" destOrd="0" presId="urn:microsoft.com/office/officeart/2018/2/layout/IconLabelList"/>
    <dgm:cxn modelId="{3ACE4101-0276-4803-89A1-324DFBA07931}" type="presParOf" srcId="{CCED5D61-F756-4CF8-A685-945A8C9FA7F4}" destId="{96F483F5-72F6-40BF-844A-2AECB52DF9A0}" srcOrd="3" destOrd="0" presId="urn:microsoft.com/office/officeart/2018/2/layout/IconLabelList"/>
    <dgm:cxn modelId="{F8D82E2C-F2FD-49A1-91A6-EF3B31161A72}" type="presParOf" srcId="{CCED5D61-F756-4CF8-A685-945A8C9FA7F4}" destId="{A80B949A-6716-4ECE-B93B-E6C291D17799}" srcOrd="4" destOrd="0" presId="urn:microsoft.com/office/officeart/2018/2/layout/IconLabelList"/>
    <dgm:cxn modelId="{CC1A8291-9E6B-4874-BE98-B271D9EEB228}" type="presParOf" srcId="{A80B949A-6716-4ECE-B93B-E6C291D17799}" destId="{72E5EA34-F300-49C3-A6FE-6EDB9B24A24B}" srcOrd="0" destOrd="0" presId="urn:microsoft.com/office/officeart/2018/2/layout/IconLabelList"/>
    <dgm:cxn modelId="{1421CF12-4ABE-4601-8699-9250E3A883F7}" type="presParOf" srcId="{A80B949A-6716-4ECE-B93B-E6C291D17799}" destId="{6410BCB4-311E-4010-8CAD-2DA1ACB379BC}" srcOrd="1" destOrd="0" presId="urn:microsoft.com/office/officeart/2018/2/layout/IconLabelList"/>
    <dgm:cxn modelId="{6294A4E3-932A-4167-8F2B-E1888C446371}" type="presParOf" srcId="{A80B949A-6716-4ECE-B93B-E6C291D17799}" destId="{6DDB5F27-77DC-437B-9746-29F0D0BF4B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F01361-C1E9-444F-BD14-3A74C517F71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CA4D1B-BD1C-42FE-A7E0-213CBE5DDF8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Barcode-based stock withdrawal and restocking</a:t>
          </a:r>
          <a:endParaRPr lang="en-US" sz="1400" dirty="0"/>
        </a:p>
      </dgm:t>
    </dgm:pt>
    <dgm:pt modelId="{7E6004C8-C060-4E41-8C40-BA55D82D5B0E}" type="parTrans" cxnId="{B0968EB8-BD31-4074-A8DF-D644B0BB4D4F}">
      <dgm:prSet/>
      <dgm:spPr/>
      <dgm:t>
        <a:bodyPr/>
        <a:lstStyle/>
        <a:p>
          <a:endParaRPr lang="en-US" sz="2000"/>
        </a:p>
      </dgm:t>
    </dgm:pt>
    <dgm:pt modelId="{AD03B1A2-2071-4F75-9500-943C278E06BA}" type="sibTrans" cxnId="{B0968EB8-BD31-4074-A8DF-D644B0BB4D4F}">
      <dgm:prSet/>
      <dgm:spPr/>
      <dgm:t>
        <a:bodyPr/>
        <a:lstStyle/>
        <a:p>
          <a:endParaRPr lang="en-US" sz="2000"/>
        </a:p>
      </dgm:t>
    </dgm:pt>
    <dgm:pt modelId="{1CE74945-A187-403B-8819-FA31B01F87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/>
            <a:t>Real-time update of inventory levels</a:t>
          </a:r>
          <a:endParaRPr lang="en-US" sz="1400"/>
        </a:p>
      </dgm:t>
    </dgm:pt>
    <dgm:pt modelId="{13B9B459-311C-4D2A-97B3-E6F246CB22AA}" type="parTrans" cxnId="{65D73B89-3290-43D8-B172-5171EA28677A}">
      <dgm:prSet/>
      <dgm:spPr/>
      <dgm:t>
        <a:bodyPr/>
        <a:lstStyle/>
        <a:p>
          <a:endParaRPr lang="en-US" sz="2000"/>
        </a:p>
      </dgm:t>
    </dgm:pt>
    <dgm:pt modelId="{4EB17FE4-6E18-4F90-84AC-AECB127BB54A}" type="sibTrans" cxnId="{65D73B89-3290-43D8-B172-5171EA28677A}">
      <dgm:prSet/>
      <dgm:spPr/>
      <dgm:t>
        <a:bodyPr/>
        <a:lstStyle/>
        <a:p>
          <a:endParaRPr lang="en-US" sz="2000"/>
        </a:p>
      </dgm:t>
    </dgm:pt>
    <dgm:pt modelId="{CE7D2500-B1B1-429E-9136-82D96B970A3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/>
            <a:t>Central SQL database for all records</a:t>
          </a:r>
          <a:endParaRPr lang="en-US" sz="1400"/>
        </a:p>
      </dgm:t>
    </dgm:pt>
    <dgm:pt modelId="{D87E96EE-613D-40B6-85FF-4E1EBC40221D}" type="parTrans" cxnId="{37A1AC24-8B65-4391-B2ED-ADE4DE799EBA}">
      <dgm:prSet/>
      <dgm:spPr/>
      <dgm:t>
        <a:bodyPr/>
        <a:lstStyle/>
        <a:p>
          <a:endParaRPr lang="en-US" sz="2000"/>
        </a:p>
      </dgm:t>
    </dgm:pt>
    <dgm:pt modelId="{9D3F1A3B-BABE-45D0-83F2-48AD4EC631D3}" type="sibTrans" cxnId="{37A1AC24-8B65-4391-B2ED-ADE4DE799EBA}">
      <dgm:prSet/>
      <dgm:spPr/>
      <dgm:t>
        <a:bodyPr/>
        <a:lstStyle/>
        <a:p>
          <a:endParaRPr lang="en-US" sz="2000"/>
        </a:p>
      </dgm:t>
    </dgm:pt>
    <dgm:pt modelId="{6FBC8E6F-4B7E-486B-97E0-1A97052508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/>
            <a:t>Low-stock and overstock alerts</a:t>
          </a:r>
          <a:endParaRPr lang="en-US" sz="1400"/>
        </a:p>
      </dgm:t>
    </dgm:pt>
    <dgm:pt modelId="{F7DCD75E-ABD8-440D-8C39-8C014DDCAD16}" type="parTrans" cxnId="{C6035D49-AA98-4187-8C85-F64173902040}">
      <dgm:prSet/>
      <dgm:spPr/>
      <dgm:t>
        <a:bodyPr/>
        <a:lstStyle/>
        <a:p>
          <a:endParaRPr lang="en-US" sz="2000"/>
        </a:p>
      </dgm:t>
    </dgm:pt>
    <dgm:pt modelId="{A949A62A-9837-41A4-96EC-EA6D8CDB4D85}" type="sibTrans" cxnId="{C6035D49-AA98-4187-8C85-F64173902040}">
      <dgm:prSet/>
      <dgm:spPr/>
      <dgm:t>
        <a:bodyPr/>
        <a:lstStyle/>
        <a:p>
          <a:endParaRPr lang="en-US" sz="2000"/>
        </a:p>
      </dgm:t>
    </dgm:pt>
    <dgm:pt modelId="{062F4BC5-98D2-4E40-A9FB-DB634DCA66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/>
            <a:t>Search by item name or category</a:t>
          </a:r>
          <a:endParaRPr lang="en-US" sz="1400"/>
        </a:p>
      </dgm:t>
    </dgm:pt>
    <dgm:pt modelId="{A3B336C1-74B0-48A8-A446-847511D2D73A}" type="parTrans" cxnId="{FE2281A6-1A8F-4D0E-9B6C-3515E79AFF2D}">
      <dgm:prSet/>
      <dgm:spPr/>
      <dgm:t>
        <a:bodyPr/>
        <a:lstStyle/>
        <a:p>
          <a:endParaRPr lang="en-US" sz="2000"/>
        </a:p>
      </dgm:t>
    </dgm:pt>
    <dgm:pt modelId="{3E6D0D42-68F1-47BD-9316-CD5F394AD5CC}" type="sibTrans" cxnId="{FE2281A6-1A8F-4D0E-9B6C-3515E79AFF2D}">
      <dgm:prSet/>
      <dgm:spPr/>
      <dgm:t>
        <a:bodyPr/>
        <a:lstStyle/>
        <a:p>
          <a:endParaRPr lang="en-US" sz="2000"/>
        </a:p>
      </dgm:t>
    </dgm:pt>
    <dgm:pt modelId="{04CB545A-E9D1-4707-8963-2957385132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Transaction history and usage trends</a:t>
          </a:r>
          <a:endParaRPr lang="en-US" sz="1400" dirty="0"/>
        </a:p>
      </dgm:t>
    </dgm:pt>
    <dgm:pt modelId="{A184B543-ED64-4C61-AD04-B79B2D90FA09}" type="parTrans" cxnId="{92158984-68F9-4FA4-B329-6E559F7ED5DF}">
      <dgm:prSet/>
      <dgm:spPr/>
      <dgm:t>
        <a:bodyPr/>
        <a:lstStyle/>
        <a:p>
          <a:endParaRPr lang="en-US" sz="2000"/>
        </a:p>
      </dgm:t>
    </dgm:pt>
    <dgm:pt modelId="{612CBCC3-BB96-41F3-81B7-BD87F0F89050}" type="sibTrans" cxnId="{92158984-68F9-4FA4-B329-6E559F7ED5DF}">
      <dgm:prSet/>
      <dgm:spPr/>
      <dgm:t>
        <a:bodyPr/>
        <a:lstStyle/>
        <a:p>
          <a:endParaRPr lang="en-US" sz="2000"/>
        </a:p>
      </dgm:t>
    </dgm:pt>
    <dgm:pt modelId="{8AE7249F-BFF5-4AF4-B84B-5116AFB3B0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Track items sent for repair</a:t>
          </a:r>
          <a:endParaRPr lang="en-US" sz="1400" dirty="0"/>
        </a:p>
      </dgm:t>
    </dgm:pt>
    <dgm:pt modelId="{A9AB0B67-A264-4298-B766-C7CC93C394E2}" type="parTrans" cxnId="{BC372BED-79AC-48DF-84D7-8C6ED5F10307}">
      <dgm:prSet/>
      <dgm:spPr/>
      <dgm:t>
        <a:bodyPr/>
        <a:lstStyle/>
        <a:p>
          <a:endParaRPr lang="en-US" sz="2000"/>
        </a:p>
      </dgm:t>
    </dgm:pt>
    <dgm:pt modelId="{E60067B8-8FC4-4E57-A238-6A936C5814D1}" type="sibTrans" cxnId="{BC372BED-79AC-48DF-84D7-8C6ED5F10307}">
      <dgm:prSet/>
      <dgm:spPr/>
      <dgm:t>
        <a:bodyPr/>
        <a:lstStyle/>
        <a:p>
          <a:endParaRPr lang="en-US" sz="2000"/>
        </a:p>
      </dgm:t>
    </dgm:pt>
    <dgm:pt modelId="{08472B7B-3122-4F5D-B5FD-F943BD37C7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Allow stock reservation for planned maintenance jobs</a:t>
          </a:r>
          <a:endParaRPr lang="en-US" sz="1400" dirty="0"/>
        </a:p>
      </dgm:t>
    </dgm:pt>
    <dgm:pt modelId="{D224FDE5-F5E6-487B-8A5E-F24B650EEBE0}" type="parTrans" cxnId="{60F65F51-F69A-4142-AAED-7FD6D7E93B92}">
      <dgm:prSet/>
      <dgm:spPr/>
      <dgm:t>
        <a:bodyPr/>
        <a:lstStyle/>
        <a:p>
          <a:endParaRPr lang="en-US" sz="2000"/>
        </a:p>
      </dgm:t>
    </dgm:pt>
    <dgm:pt modelId="{9CFF8B8F-EA41-4A11-867D-5A3C77CA43E4}" type="sibTrans" cxnId="{60F65F51-F69A-4142-AAED-7FD6D7E93B92}">
      <dgm:prSet/>
      <dgm:spPr/>
      <dgm:t>
        <a:bodyPr/>
        <a:lstStyle/>
        <a:p>
          <a:endParaRPr lang="en-US" sz="2000"/>
        </a:p>
      </dgm:t>
    </dgm:pt>
    <dgm:pt modelId="{0926289F-A4F0-42E2-82F6-D494BAF38A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Add, edit and manage item categories</a:t>
          </a:r>
          <a:endParaRPr lang="en-US" sz="1400" dirty="0"/>
        </a:p>
      </dgm:t>
    </dgm:pt>
    <dgm:pt modelId="{60624447-DD40-4FA5-B68A-A6C192CD42E9}" type="parTrans" cxnId="{C062492C-227D-499E-AB72-460BE1EBE711}">
      <dgm:prSet/>
      <dgm:spPr/>
      <dgm:t>
        <a:bodyPr/>
        <a:lstStyle/>
        <a:p>
          <a:endParaRPr lang="en-US" sz="2000"/>
        </a:p>
      </dgm:t>
    </dgm:pt>
    <dgm:pt modelId="{9456A9AD-20F7-4216-AE43-B6598E1868E1}" type="sibTrans" cxnId="{C062492C-227D-499E-AB72-460BE1EBE711}">
      <dgm:prSet/>
      <dgm:spPr/>
      <dgm:t>
        <a:bodyPr/>
        <a:lstStyle/>
        <a:p>
          <a:endParaRPr lang="en-US" sz="2000"/>
        </a:p>
      </dgm:t>
    </dgm:pt>
    <dgm:pt modelId="{3D9471FC-B1B0-4593-BB36-FFE47359D50D}" type="pres">
      <dgm:prSet presAssocID="{52F01361-C1E9-444F-BD14-3A74C517F71B}" presName="root" presStyleCnt="0">
        <dgm:presLayoutVars>
          <dgm:dir/>
          <dgm:resizeHandles val="exact"/>
        </dgm:presLayoutVars>
      </dgm:prSet>
      <dgm:spPr/>
    </dgm:pt>
    <dgm:pt modelId="{E16F9E55-1129-48EF-86F5-CA6BFFB645B5}" type="pres">
      <dgm:prSet presAssocID="{CE7D2500-B1B1-429E-9136-82D96B970A35}" presName="compNode" presStyleCnt="0"/>
      <dgm:spPr/>
    </dgm:pt>
    <dgm:pt modelId="{70F43EAD-B8B7-4DB1-9883-908E0D5E9915}" type="pres">
      <dgm:prSet presAssocID="{CE7D2500-B1B1-429E-9136-82D96B970A35}" presName="iconRect" presStyleLbl="node1" presStyleIdx="0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63947EE-A177-43D6-8F84-535A48396CC4}" type="pres">
      <dgm:prSet presAssocID="{CE7D2500-B1B1-429E-9136-82D96B970A35}" presName="spaceRect" presStyleCnt="0"/>
      <dgm:spPr/>
    </dgm:pt>
    <dgm:pt modelId="{D3FCA754-DF77-47FE-A7CC-EE7942B5C62F}" type="pres">
      <dgm:prSet presAssocID="{CE7D2500-B1B1-429E-9136-82D96B970A35}" presName="textRect" presStyleLbl="revTx" presStyleIdx="0" presStyleCnt="9">
        <dgm:presLayoutVars>
          <dgm:chMax val="1"/>
          <dgm:chPref val="1"/>
        </dgm:presLayoutVars>
      </dgm:prSet>
      <dgm:spPr/>
    </dgm:pt>
    <dgm:pt modelId="{8CCEB956-1876-4D06-A7AB-8B92D51EB819}" type="pres">
      <dgm:prSet presAssocID="{9D3F1A3B-BABE-45D0-83F2-48AD4EC631D3}" presName="sibTrans" presStyleCnt="0"/>
      <dgm:spPr/>
    </dgm:pt>
    <dgm:pt modelId="{7EF1B4D3-1820-4E95-9552-73FE894AF163}" type="pres">
      <dgm:prSet presAssocID="{9BCA4D1B-BD1C-42FE-A7E0-213CBE5DDF8D}" presName="compNode" presStyleCnt="0"/>
      <dgm:spPr/>
    </dgm:pt>
    <dgm:pt modelId="{5C9E175F-C191-4A10-80D3-D7C0ED3B0FBA}" type="pres">
      <dgm:prSet presAssocID="{9BCA4D1B-BD1C-42FE-A7E0-213CBE5DDF8D}" presName="iconRect" presStyleLbl="node1" presStyleIdx="1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B30C7AB-063C-4593-8B3F-3A395F187B5C}" type="pres">
      <dgm:prSet presAssocID="{9BCA4D1B-BD1C-42FE-A7E0-213CBE5DDF8D}" presName="spaceRect" presStyleCnt="0"/>
      <dgm:spPr/>
    </dgm:pt>
    <dgm:pt modelId="{4871F304-5C4D-44DD-A609-E6A05F90690D}" type="pres">
      <dgm:prSet presAssocID="{9BCA4D1B-BD1C-42FE-A7E0-213CBE5DDF8D}" presName="textRect" presStyleLbl="revTx" presStyleIdx="1" presStyleCnt="9">
        <dgm:presLayoutVars>
          <dgm:chMax val="1"/>
          <dgm:chPref val="1"/>
        </dgm:presLayoutVars>
      </dgm:prSet>
      <dgm:spPr/>
    </dgm:pt>
    <dgm:pt modelId="{AD591A60-9609-43F6-A0EF-9C3F1A72E5BA}" type="pres">
      <dgm:prSet presAssocID="{AD03B1A2-2071-4F75-9500-943C278E06BA}" presName="sibTrans" presStyleCnt="0"/>
      <dgm:spPr/>
    </dgm:pt>
    <dgm:pt modelId="{7AE9354F-BFC9-42AF-A959-061CF44787FC}" type="pres">
      <dgm:prSet presAssocID="{1CE74945-A187-403B-8819-FA31B01F872E}" presName="compNode" presStyleCnt="0"/>
      <dgm:spPr/>
    </dgm:pt>
    <dgm:pt modelId="{D9322BE2-DCD3-4905-A609-E55686FAFCD8}" type="pres">
      <dgm:prSet presAssocID="{1CE74945-A187-403B-8819-FA31B01F872E}" presName="iconRect" presStyleLbl="node1" presStyleIdx="2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F3400020-EAFD-44BD-B357-E2FE1570A637}" type="pres">
      <dgm:prSet presAssocID="{1CE74945-A187-403B-8819-FA31B01F872E}" presName="spaceRect" presStyleCnt="0"/>
      <dgm:spPr/>
    </dgm:pt>
    <dgm:pt modelId="{5E625C4C-C19A-4FC4-9F01-37C091320DE1}" type="pres">
      <dgm:prSet presAssocID="{1CE74945-A187-403B-8819-FA31B01F872E}" presName="textRect" presStyleLbl="revTx" presStyleIdx="2" presStyleCnt="9">
        <dgm:presLayoutVars>
          <dgm:chMax val="1"/>
          <dgm:chPref val="1"/>
        </dgm:presLayoutVars>
      </dgm:prSet>
      <dgm:spPr/>
    </dgm:pt>
    <dgm:pt modelId="{A50F47CA-B730-4890-9E84-87A98342FF51}" type="pres">
      <dgm:prSet presAssocID="{4EB17FE4-6E18-4F90-84AC-AECB127BB54A}" presName="sibTrans" presStyleCnt="0"/>
      <dgm:spPr/>
    </dgm:pt>
    <dgm:pt modelId="{4E6B3C0D-B410-43D2-90D2-ECE83B9DACF5}" type="pres">
      <dgm:prSet presAssocID="{04CB545A-E9D1-4707-8963-2957385132BA}" presName="compNode" presStyleCnt="0"/>
      <dgm:spPr/>
    </dgm:pt>
    <dgm:pt modelId="{4EEE00B2-5F2F-48F0-88F0-59447B4E2B9E}" type="pres">
      <dgm:prSet presAssocID="{04CB545A-E9D1-4707-8963-2957385132BA}" presName="iconRect" presStyleLbl="node1" presStyleIdx="3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AC39FB9-5380-4E4B-9EF0-C542755AB32F}" type="pres">
      <dgm:prSet presAssocID="{04CB545A-E9D1-4707-8963-2957385132BA}" presName="spaceRect" presStyleCnt="0"/>
      <dgm:spPr/>
    </dgm:pt>
    <dgm:pt modelId="{BADCAB53-C17A-45F0-9FAD-8605CF0E4F93}" type="pres">
      <dgm:prSet presAssocID="{04CB545A-E9D1-4707-8963-2957385132BA}" presName="textRect" presStyleLbl="revTx" presStyleIdx="3" presStyleCnt="9">
        <dgm:presLayoutVars>
          <dgm:chMax val="1"/>
          <dgm:chPref val="1"/>
        </dgm:presLayoutVars>
      </dgm:prSet>
      <dgm:spPr/>
    </dgm:pt>
    <dgm:pt modelId="{60AD6333-447D-4C8D-AF4E-F34EE4F4A144}" type="pres">
      <dgm:prSet presAssocID="{612CBCC3-BB96-41F3-81B7-BD87F0F89050}" presName="sibTrans" presStyleCnt="0"/>
      <dgm:spPr/>
    </dgm:pt>
    <dgm:pt modelId="{30151AE2-00E8-4308-9C5D-FD1E2AEAF122}" type="pres">
      <dgm:prSet presAssocID="{6FBC8E6F-4B7E-486B-97E0-1A970525082B}" presName="compNode" presStyleCnt="0"/>
      <dgm:spPr/>
    </dgm:pt>
    <dgm:pt modelId="{AB2A80BE-AA3C-4B46-AD7A-C65880BCD21D}" type="pres">
      <dgm:prSet presAssocID="{6FBC8E6F-4B7E-486B-97E0-1A970525082B}" presName="iconRect" presStyleLbl="node1" presStyleIdx="4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F073A03-5F6A-4B82-84CD-D2EF313892A3}" type="pres">
      <dgm:prSet presAssocID="{6FBC8E6F-4B7E-486B-97E0-1A970525082B}" presName="spaceRect" presStyleCnt="0"/>
      <dgm:spPr/>
    </dgm:pt>
    <dgm:pt modelId="{63D79BFF-E53B-45F1-92CE-0A7DE29A65DD}" type="pres">
      <dgm:prSet presAssocID="{6FBC8E6F-4B7E-486B-97E0-1A970525082B}" presName="textRect" presStyleLbl="revTx" presStyleIdx="4" presStyleCnt="9">
        <dgm:presLayoutVars>
          <dgm:chMax val="1"/>
          <dgm:chPref val="1"/>
        </dgm:presLayoutVars>
      </dgm:prSet>
      <dgm:spPr/>
    </dgm:pt>
    <dgm:pt modelId="{76843D0A-3CE0-42D9-967F-5E7D69BD1E9F}" type="pres">
      <dgm:prSet presAssocID="{A949A62A-9837-41A4-96EC-EA6D8CDB4D85}" presName="sibTrans" presStyleCnt="0"/>
      <dgm:spPr/>
    </dgm:pt>
    <dgm:pt modelId="{2086556B-B67A-4128-AE79-44ABFEE8E59D}" type="pres">
      <dgm:prSet presAssocID="{0926289F-A4F0-42E2-82F6-D494BAF38A6E}" presName="compNode" presStyleCnt="0"/>
      <dgm:spPr/>
    </dgm:pt>
    <dgm:pt modelId="{9F6D973E-DC5C-4FB5-980B-DD9F893614DD}" type="pres">
      <dgm:prSet presAssocID="{0926289F-A4F0-42E2-82F6-D494BAF38A6E}" presName="iconRect" presStyleLbl="node1" presStyleIdx="5" presStyleCnt="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Ticked with solid fill"/>
        </a:ext>
      </dgm:extLst>
    </dgm:pt>
    <dgm:pt modelId="{B4AE6599-1579-412C-92C2-CD3D63A17FB9}" type="pres">
      <dgm:prSet presAssocID="{0926289F-A4F0-42E2-82F6-D494BAF38A6E}" presName="spaceRect" presStyleCnt="0"/>
      <dgm:spPr/>
    </dgm:pt>
    <dgm:pt modelId="{416A3ABF-4920-4BC5-B7C2-C9C2A6B45394}" type="pres">
      <dgm:prSet presAssocID="{0926289F-A4F0-42E2-82F6-D494BAF38A6E}" presName="textRect" presStyleLbl="revTx" presStyleIdx="5" presStyleCnt="9">
        <dgm:presLayoutVars>
          <dgm:chMax val="1"/>
          <dgm:chPref val="1"/>
        </dgm:presLayoutVars>
      </dgm:prSet>
      <dgm:spPr/>
    </dgm:pt>
    <dgm:pt modelId="{704D4078-760E-476C-988A-17FE7B1C79DD}" type="pres">
      <dgm:prSet presAssocID="{9456A9AD-20F7-4216-AE43-B6598E1868E1}" presName="sibTrans" presStyleCnt="0"/>
      <dgm:spPr/>
    </dgm:pt>
    <dgm:pt modelId="{D88FE990-E952-4907-B6B2-5A2FF837AF9C}" type="pres">
      <dgm:prSet presAssocID="{062F4BC5-98D2-4E40-A9FB-DB634DCA661A}" presName="compNode" presStyleCnt="0"/>
      <dgm:spPr/>
    </dgm:pt>
    <dgm:pt modelId="{2F3724F2-C2D6-4A3C-BBF9-7150E8544654}" type="pres">
      <dgm:prSet presAssocID="{062F4BC5-98D2-4E40-A9FB-DB634DCA661A}" presName="iconRect" presStyleLbl="node1" presStyleIdx="6" presStyleCnt="9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FC34E9D-CA3E-4359-98B6-3477C0B372F8}" type="pres">
      <dgm:prSet presAssocID="{062F4BC5-98D2-4E40-A9FB-DB634DCA661A}" presName="spaceRect" presStyleCnt="0"/>
      <dgm:spPr/>
    </dgm:pt>
    <dgm:pt modelId="{4B2C151F-2F1A-4736-9273-ADE3E32FA861}" type="pres">
      <dgm:prSet presAssocID="{062F4BC5-98D2-4E40-A9FB-DB634DCA661A}" presName="textRect" presStyleLbl="revTx" presStyleIdx="6" presStyleCnt="9">
        <dgm:presLayoutVars>
          <dgm:chMax val="1"/>
          <dgm:chPref val="1"/>
        </dgm:presLayoutVars>
      </dgm:prSet>
      <dgm:spPr/>
    </dgm:pt>
    <dgm:pt modelId="{EB80D0C7-4BE6-427B-9E00-705B6A190696}" type="pres">
      <dgm:prSet presAssocID="{3E6D0D42-68F1-47BD-9316-CD5F394AD5CC}" presName="sibTrans" presStyleCnt="0"/>
      <dgm:spPr/>
    </dgm:pt>
    <dgm:pt modelId="{14054313-F77C-48D1-BF36-DD2C8216DCCA}" type="pres">
      <dgm:prSet presAssocID="{8AE7249F-BFF5-4AF4-B84B-5116AFB3B099}" presName="compNode" presStyleCnt="0"/>
      <dgm:spPr/>
    </dgm:pt>
    <dgm:pt modelId="{A60A5FA8-67CE-42AD-B320-0D9E08868AC5}" type="pres">
      <dgm:prSet presAssocID="{8AE7249F-BFF5-4AF4-B84B-5116AFB3B099}" presName="iconRect" presStyleLbl="node1" presStyleIdx="7" presStyleCnt="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 with solid fill"/>
        </a:ext>
      </dgm:extLst>
    </dgm:pt>
    <dgm:pt modelId="{7FE0323B-35E1-47F4-A4DB-FBB82A40B0A1}" type="pres">
      <dgm:prSet presAssocID="{8AE7249F-BFF5-4AF4-B84B-5116AFB3B099}" presName="spaceRect" presStyleCnt="0"/>
      <dgm:spPr/>
    </dgm:pt>
    <dgm:pt modelId="{35D9FF76-61F0-4BDF-9098-0388202A004E}" type="pres">
      <dgm:prSet presAssocID="{8AE7249F-BFF5-4AF4-B84B-5116AFB3B099}" presName="textRect" presStyleLbl="revTx" presStyleIdx="7" presStyleCnt="9">
        <dgm:presLayoutVars>
          <dgm:chMax val="1"/>
          <dgm:chPref val="1"/>
        </dgm:presLayoutVars>
      </dgm:prSet>
      <dgm:spPr/>
    </dgm:pt>
    <dgm:pt modelId="{A2148977-1BAF-426E-8978-44E8AE690F6A}" type="pres">
      <dgm:prSet presAssocID="{E60067B8-8FC4-4E57-A238-6A936C5814D1}" presName="sibTrans" presStyleCnt="0"/>
      <dgm:spPr/>
    </dgm:pt>
    <dgm:pt modelId="{A37CB36F-CA1E-40A4-B7C3-76D7E7886632}" type="pres">
      <dgm:prSet presAssocID="{08472B7B-3122-4F5D-B5FD-F943BD37C7FB}" presName="compNode" presStyleCnt="0"/>
      <dgm:spPr/>
    </dgm:pt>
    <dgm:pt modelId="{0AEF06D0-B0A1-4F7D-AF23-E0508D8B6750}" type="pres">
      <dgm:prSet presAssocID="{08472B7B-3122-4F5D-B5FD-F943BD37C7FB}" presName="iconRect" presStyleLbl="node1" presStyleIdx="8" presStyleCnt="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 with solid fill"/>
        </a:ext>
      </dgm:extLst>
    </dgm:pt>
    <dgm:pt modelId="{E6E7E836-C977-4EC3-A8E0-5705B04D31CE}" type="pres">
      <dgm:prSet presAssocID="{08472B7B-3122-4F5D-B5FD-F943BD37C7FB}" presName="spaceRect" presStyleCnt="0"/>
      <dgm:spPr/>
    </dgm:pt>
    <dgm:pt modelId="{82FB5E31-5EB1-4C84-9D4B-A02292864B10}" type="pres">
      <dgm:prSet presAssocID="{08472B7B-3122-4F5D-B5FD-F943BD37C7FB}" presName="textRect" presStyleLbl="revTx" presStyleIdx="8" presStyleCnt="9">
        <dgm:presLayoutVars>
          <dgm:chMax val="1"/>
          <dgm:chPref val="1"/>
        </dgm:presLayoutVars>
      </dgm:prSet>
      <dgm:spPr/>
    </dgm:pt>
  </dgm:ptLst>
  <dgm:cxnLst>
    <dgm:cxn modelId="{43ED2F05-A11B-49F2-8C8D-3C3C81CF8F90}" type="presOf" srcId="{9BCA4D1B-BD1C-42FE-A7E0-213CBE5DDF8D}" destId="{4871F304-5C4D-44DD-A609-E6A05F90690D}" srcOrd="0" destOrd="0" presId="urn:microsoft.com/office/officeart/2018/2/layout/IconLabelList"/>
    <dgm:cxn modelId="{21E05A0A-4D38-43EB-84BE-6275829A4AD3}" type="presOf" srcId="{8AE7249F-BFF5-4AF4-B84B-5116AFB3B099}" destId="{35D9FF76-61F0-4BDF-9098-0388202A004E}" srcOrd="0" destOrd="0" presId="urn:microsoft.com/office/officeart/2018/2/layout/IconLabelList"/>
    <dgm:cxn modelId="{3F8A7C0A-E18F-4EB8-9D0B-3522CCF5D5A2}" type="presOf" srcId="{52F01361-C1E9-444F-BD14-3A74C517F71B}" destId="{3D9471FC-B1B0-4593-BB36-FFE47359D50D}" srcOrd="0" destOrd="0" presId="urn:microsoft.com/office/officeart/2018/2/layout/IconLabelList"/>
    <dgm:cxn modelId="{4EDDFA19-BB5C-46A4-B11A-CD89DA87DC01}" type="presOf" srcId="{CE7D2500-B1B1-429E-9136-82D96B970A35}" destId="{D3FCA754-DF77-47FE-A7CC-EE7942B5C62F}" srcOrd="0" destOrd="0" presId="urn:microsoft.com/office/officeart/2018/2/layout/IconLabelList"/>
    <dgm:cxn modelId="{37A1AC24-8B65-4391-B2ED-ADE4DE799EBA}" srcId="{52F01361-C1E9-444F-BD14-3A74C517F71B}" destId="{CE7D2500-B1B1-429E-9136-82D96B970A35}" srcOrd="0" destOrd="0" parTransId="{D87E96EE-613D-40B6-85FF-4E1EBC40221D}" sibTransId="{9D3F1A3B-BABE-45D0-83F2-48AD4EC631D3}"/>
    <dgm:cxn modelId="{C062492C-227D-499E-AB72-460BE1EBE711}" srcId="{52F01361-C1E9-444F-BD14-3A74C517F71B}" destId="{0926289F-A4F0-42E2-82F6-D494BAF38A6E}" srcOrd="5" destOrd="0" parTransId="{60624447-DD40-4FA5-B68A-A6C192CD42E9}" sibTransId="{9456A9AD-20F7-4216-AE43-B6598E1868E1}"/>
    <dgm:cxn modelId="{5D17AB30-5674-4CB8-9EF0-2B37E59DE8FE}" type="presOf" srcId="{0926289F-A4F0-42E2-82F6-D494BAF38A6E}" destId="{416A3ABF-4920-4BC5-B7C2-C9C2A6B45394}" srcOrd="0" destOrd="0" presId="urn:microsoft.com/office/officeart/2018/2/layout/IconLabelList"/>
    <dgm:cxn modelId="{C6035D49-AA98-4187-8C85-F64173902040}" srcId="{52F01361-C1E9-444F-BD14-3A74C517F71B}" destId="{6FBC8E6F-4B7E-486B-97E0-1A970525082B}" srcOrd="4" destOrd="0" parTransId="{F7DCD75E-ABD8-440D-8C39-8C014DDCAD16}" sibTransId="{A949A62A-9837-41A4-96EC-EA6D8CDB4D85}"/>
    <dgm:cxn modelId="{60F65F51-F69A-4142-AAED-7FD6D7E93B92}" srcId="{52F01361-C1E9-444F-BD14-3A74C517F71B}" destId="{08472B7B-3122-4F5D-B5FD-F943BD37C7FB}" srcOrd="8" destOrd="0" parTransId="{D224FDE5-F5E6-487B-8A5E-F24B650EEBE0}" sibTransId="{9CFF8B8F-EA41-4A11-867D-5A3C77CA43E4}"/>
    <dgm:cxn modelId="{92158984-68F9-4FA4-B329-6E559F7ED5DF}" srcId="{52F01361-C1E9-444F-BD14-3A74C517F71B}" destId="{04CB545A-E9D1-4707-8963-2957385132BA}" srcOrd="3" destOrd="0" parTransId="{A184B543-ED64-4C61-AD04-B79B2D90FA09}" sibTransId="{612CBCC3-BB96-41F3-81B7-BD87F0F89050}"/>
    <dgm:cxn modelId="{65D73B89-3290-43D8-B172-5171EA28677A}" srcId="{52F01361-C1E9-444F-BD14-3A74C517F71B}" destId="{1CE74945-A187-403B-8819-FA31B01F872E}" srcOrd="2" destOrd="0" parTransId="{13B9B459-311C-4D2A-97B3-E6F246CB22AA}" sibTransId="{4EB17FE4-6E18-4F90-84AC-AECB127BB54A}"/>
    <dgm:cxn modelId="{7568C48E-A948-47A4-991D-C9A551E4F308}" type="presOf" srcId="{6FBC8E6F-4B7E-486B-97E0-1A970525082B}" destId="{63D79BFF-E53B-45F1-92CE-0A7DE29A65DD}" srcOrd="0" destOrd="0" presId="urn:microsoft.com/office/officeart/2018/2/layout/IconLabelList"/>
    <dgm:cxn modelId="{FE2281A6-1A8F-4D0E-9B6C-3515E79AFF2D}" srcId="{52F01361-C1E9-444F-BD14-3A74C517F71B}" destId="{062F4BC5-98D2-4E40-A9FB-DB634DCA661A}" srcOrd="6" destOrd="0" parTransId="{A3B336C1-74B0-48A8-A446-847511D2D73A}" sibTransId="{3E6D0D42-68F1-47BD-9316-CD5F394AD5CC}"/>
    <dgm:cxn modelId="{B0968EB8-BD31-4074-A8DF-D644B0BB4D4F}" srcId="{52F01361-C1E9-444F-BD14-3A74C517F71B}" destId="{9BCA4D1B-BD1C-42FE-A7E0-213CBE5DDF8D}" srcOrd="1" destOrd="0" parTransId="{7E6004C8-C060-4E41-8C40-BA55D82D5B0E}" sibTransId="{AD03B1A2-2071-4F75-9500-943C278E06BA}"/>
    <dgm:cxn modelId="{011009B9-20DF-4D22-BE08-4505877087B6}" type="presOf" srcId="{04CB545A-E9D1-4707-8963-2957385132BA}" destId="{BADCAB53-C17A-45F0-9FAD-8605CF0E4F93}" srcOrd="0" destOrd="0" presId="urn:microsoft.com/office/officeart/2018/2/layout/IconLabelList"/>
    <dgm:cxn modelId="{5875BDC5-3E88-4747-90F1-49CE7AA7F241}" type="presOf" srcId="{062F4BC5-98D2-4E40-A9FB-DB634DCA661A}" destId="{4B2C151F-2F1A-4736-9273-ADE3E32FA861}" srcOrd="0" destOrd="0" presId="urn:microsoft.com/office/officeart/2018/2/layout/IconLabelList"/>
    <dgm:cxn modelId="{79DF16EB-F64C-408C-86EB-27000E1499BF}" type="presOf" srcId="{08472B7B-3122-4F5D-B5FD-F943BD37C7FB}" destId="{82FB5E31-5EB1-4C84-9D4B-A02292864B10}" srcOrd="0" destOrd="0" presId="urn:microsoft.com/office/officeart/2018/2/layout/IconLabelList"/>
    <dgm:cxn modelId="{BC372BED-79AC-48DF-84D7-8C6ED5F10307}" srcId="{52F01361-C1E9-444F-BD14-3A74C517F71B}" destId="{8AE7249F-BFF5-4AF4-B84B-5116AFB3B099}" srcOrd="7" destOrd="0" parTransId="{A9AB0B67-A264-4298-B766-C7CC93C394E2}" sibTransId="{E60067B8-8FC4-4E57-A238-6A936C5814D1}"/>
    <dgm:cxn modelId="{3FC35DFE-E558-459C-8D6D-C82ED34A250D}" type="presOf" srcId="{1CE74945-A187-403B-8819-FA31B01F872E}" destId="{5E625C4C-C19A-4FC4-9F01-37C091320DE1}" srcOrd="0" destOrd="0" presId="urn:microsoft.com/office/officeart/2018/2/layout/IconLabelList"/>
    <dgm:cxn modelId="{3A1CF81B-0962-41F1-88F5-D4BF303C8A87}" type="presParOf" srcId="{3D9471FC-B1B0-4593-BB36-FFE47359D50D}" destId="{E16F9E55-1129-48EF-86F5-CA6BFFB645B5}" srcOrd="0" destOrd="0" presId="urn:microsoft.com/office/officeart/2018/2/layout/IconLabelList"/>
    <dgm:cxn modelId="{28CAA25D-501B-48CD-87C1-EB42BD7B495B}" type="presParOf" srcId="{E16F9E55-1129-48EF-86F5-CA6BFFB645B5}" destId="{70F43EAD-B8B7-4DB1-9883-908E0D5E9915}" srcOrd="0" destOrd="0" presId="urn:microsoft.com/office/officeart/2018/2/layout/IconLabelList"/>
    <dgm:cxn modelId="{3C67DD2D-20EA-4268-B26A-958AD1B3ABEB}" type="presParOf" srcId="{E16F9E55-1129-48EF-86F5-CA6BFFB645B5}" destId="{763947EE-A177-43D6-8F84-535A48396CC4}" srcOrd="1" destOrd="0" presId="urn:microsoft.com/office/officeart/2018/2/layout/IconLabelList"/>
    <dgm:cxn modelId="{8F8F1D55-BA6F-4D98-9B25-5FC15D76790C}" type="presParOf" srcId="{E16F9E55-1129-48EF-86F5-CA6BFFB645B5}" destId="{D3FCA754-DF77-47FE-A7CC-EE7942B5C62F}" srcOrd="2" destOrd="0" presId="urn:microsoft.com/office/officeart/2018/2/layout/IconLabelList"/>
    <dgm:cxn modelId="{1539AD09-F6BE-4757-AFFC-27891C9FEA98}" type="presParOf" srcId="{3D9471FC-B1B0-4593-BB36-FFE47359D50D}" destId="{8CCEB956-1876-4D06-A7AB-8B92D51EB819}" srcOrd="1" destOrd="0" presId="urn:microsoft.com/office/officeart/2018/2/layout/IconLabelList"/>
    <dgm:cxn modelId="{B58496A1-432A-48F3-9983-9D36513C6B44}" type="presParOf" srcId="{3D9471FC-B1B0-4593-BB36-FFE47359D50D}" destId="{7EF1B4D3-1820-4E95-9552-73FE894AF163}" srcOrd="2" destOrd="0" presId="urn:microsoft.com/office/officeart/2018/2/layout/IconLabelList"/>
    <dgm:cxn modelId="{FC05DB82-889B-4A5A-B897-E4E8066F63AD}" type="presParOf" srcId="{7EF1B4D3-1820-4E95-9552-73FE894AF163}" destId="{5C9E175F-C191-4A10-80D3-D7C0ED3B0FBA}" srcOrd="0" destOrd="0" presId="urn:microsoft.com/office/officeart/2018/2/layout/IconLabelList"/>
    <dgm:cxn modelId="{19E734D0-DA95-452D-8616-99A3FD492B9A}" type="presParOf" srcId="{7EF1B4D3-1820-4E95-9552-73FE894AF163}" destId="{8B30C7AB-063C-4593-8B3F-3A395F187B5C}" srcOrd="1" destOrd="0" presId="urn:microsoft.com/office/officeart/2018/2/layout/IconLabelList"/>
    <dgm:cxn modelId="{D1D597AC-B05A-4F5A-BA26-AC5197AE94F1}" type="presParOf" srcId="{7EF1B4D3-1820-4E95-9552-73FE894AF163}" destId="{4871F304-5C4D-44DD-A609-E6A05F90690D}" srcOrd="2" destOrd="0" presId="urn:microsoft.com/office/officeart/2018/2/layout/IconLabelList"/>
    <dgm:cxn modelId="{541A4D7C-3919-4689-B567-477C67378D8B}" type="presParOf" srcId="{3D9471FC-B1B0-4593-BB36-FFE47359D50D}" destId="{AD591A60-9609-43F6-A0EF-9C3F1A72E5BA}" srcOrd="3" destOrd="0" presId="urn:microsoft.com/office/officeart/2018/2/layout/IconLabelList"/>
    <dgm:cxn modelId="{615CDC29-A92C-4B2E-A046-4E019F40630B}" type="presParOf" srcId="{3D9471FC-B1B0-4593-BB36-FFE47359D50D}" destId="{7AE9354F-BFC9-42AF-A959-061CF44787FC}" srcOrd="4" destOrd="0" presId="urn:microsoft.com/office/officeart/2018/2/layout/IconLabelList"/>
    <dgm:cxn modelId="{98AD634E-D209-46AB-AE08-4CC664E66360}" type="presParOf" srcId="{7AE9354F-BFC9-42AF-A959-061CF44787FC}" destId="{D9322BE2-DCD3-4905-A609-E55686FAFCD8}" srcOrd="0" destOrd="0" presId="urn:microsoft.com/office/officeart/2018/2/layout/IconLabelList"/>
    <dgm:cxn modelId="{58979F2F-B8E6-4B82-BB00-4E9E958F2ABD}" type="presParOf" srcId="{7AE9354F-BFC9-42AF-A959-061CF44787FC}" destId="{F3400020-EAFD-44BD-B357-E2FE1570A637}" srcOrd="1" destOrd="0" presId="urn:microsoft.com/office/officeart/2018/2/layout/IconLabelList"/>
    <dgm:cxn modelId="{77465E94-3F99-400E-AD05-EF8D13E5A6E2}" type="presParOf" srcId="{7AE9354F-BFC9-42AF-A959-061CF44787FC}" destId="{5E625C4C-C19A-4FC4-9F01-37C091320DE1}" srcOrd="2" destOrd="0" presId="urn:microsoft.com/office/officeart/2018/2/layout/IconLabelList"/>
    <dgm:cxn modelId="{E3F890EF-4B88-4A4E-A265-E3B10619D484}" type="presParOf" srcId="{3D9471FC-B1B0-4593-BB36-FFE47359D50D}" destId="{A50F47CA-B730-4890-9E84-87A98342FF51}" srcOrd="5" destOrd="0" presId="urn:microsoft.com/office/officeart/2018/2/layout/IconLabelList"/>
    <dgm:cxn modelId="{75C1BDC2-CD8C-4ACB-8C6A-27682CEFFB3B}" type="presParOf" srcId="{3D9471FC-B1B0-4593-BB36-FFE47359D50D}" destId="{4E6B3C0D-B410-43D2-90D2-ECE83B9DACF5}" srcOrd="6" destOrd="0" presId="urn:microsoft.com/office/officeart/2018/2/layout/IconLabelList"/>
    <dgm:cxn modelId="{AA0AAA03-55C1-44F7-BA90-961DB75B3104}" type="presParOf" srcId="{4E6B3C0D-B410-43D2-90D2-ECE83B9DACF5}" destId="{4EEE00B2-5F2F-48F0-88F0-59447B4E2B9E}" srcOrd="0" destOrd="0" presId="urn:microsoft.com/office/officeart/2018/2/layout/IconLabelList"/>
    <dgm:cxn modelId="{A25002EA-A761-4749-A260-91242F3B485B}" type="presParOf" srcId="{4E6B3C0D-B410-43D2-90D2-ECE83B9DACF5}" destId="{2AC39FB9-5380-4E4B-9EF0-C542755AB32F}" srcOrd="1" destOrd="0" presId="urn:microsoft.com/office/officeart/2018/2/layout/IconLabelList"/>
    <dgm:cxn modelId="{51FDD25E-44C4-4547-BF6F-A44330BAC515}" type="presParOf" srcId="{4E6B3C0D-B410-43D2-90D2-ECE83B9DACF5}" destId="{BADCAB53-C17A-45F0-9FAD-8605CF0E4F93}" srcOrd="2" destOrd="0" presId="urn:microsoft.com/office/officeart/2018/2/layout/IconLabelList"/>
    <dgm:cxn modelId="{D84459E6-9BAB-46B0-BE63-5B7C070378DC}" type="presParOf" srcId="{3D9471FC-B1B0-4593-BB36-FFE47359D50D}" destId="{60AD6333-447D-4C8D-AF4E-F34EE4F4A144}" srcOrd="7" destOrd="0" presId="urn:microsoft.com/office/officeart/2018/2/layout/IconLabelList"/>
    <dgm:cxn modelId="{E03F301E-6A2B-4FF5-B55B-4E17F08FA053}" type="presParOf" srcId="{3D9471FC-B1B0-4593-BB36-FFE47359D50D}" destId="{30151AE2-00E8-4308-9C5D-FD1E2AEAF122}" srcOrd="8" destOrd="0" presId="urn:microsoft.com/office/officeart/2018/2/layout/IconLabelList"/>
    <dgm:cxn modelId="{7D1AD1FF-0D1A-47F5-9CE0-D3A5D3E08553}" type="presParOf" srcId="{30151AE2-00E8-4308-9C5D-FD1E2AEAF122}" destId="{AB2A80BE-AA3C-4B46-AD7A-C65880BCD21D}" srcOrd="0" destOrd="0" presId="urn:microsoft.com/office/officeart/2018/2/layout/IconLabelList"/>
    <dgm:cxn modelId="{4AEFCDB6-E5E4-41DA-9725-795DDE44317C}" type="presParOf" srcId="{30151AE2-00E8-4308-9C5D-FD1E2AEAF122}" destId="{1F073A03-5F6A-4B82-84CD-D2EF313892A3}" srcOrd="1" destOrd="0" presId="urn:microsoft.com/office/officeart/2018/2/layout/IconLabelList"/>
    <dgm:cxn modelId="{D8FECC6A-B013-47EE-8AF1-32F59D9C0A98}" type="presParOf" srcId="{30151AE2-00E8-4308-9C5D-FD1E2AEAF122}" destId="{63D79BFF-E53B-45F1-92CE-0A7DE29A65DD}" srcOrd="2" destOrd="0" presId="urn:microsoft.com/office/officeart/2018/2/layout/IconLabelList"/>
    <dgm:cxn modelId="{2639B0DB-D460-4B17-88D0-95F0D134BF06}" type="presParOf" srcId="{3D9471FC-B1B0-4593-BB36-FFE47359D50D}" destId="{76843D0A-3CE0-42D9-967F-5E7D69BD1E9F}" srcOrd="9" destOrd="0" presId="urn:microsoft.com/office/officeart/2018/2/layout/IconLabelList"/>
    <dgm:cxn modelId="{B99205FA-FC7C-4555-9596-FE743EFE8708}" type="presParOf" srcId="{3D9471FC-B1B0-4593-BB36-FFE47359D50D}" destId="{2086556B-B67A-4128-AE79-44ABFEE8E59D}" srcOrd="10" destOrd="0" presId="urn:microsoft.com/office/officeart/2018/2/layout/IconLabelList"/>
    <dgm:cxn modelId="{838CA1F5-AE91-496F-AEC1-CF9F93EA06FD}" type="presParOf" srcId="{2086556B-B67A-4128-AE79-44ABFEE8E59D}" destId="{9F6D973E-DC5C-4FB5-980B-DD9F893614DD}" srcOrd="0" destOrd="0" presId="urn:microsoft.com/office/officeart/2018/2/layout/IconLabelList"/>
    <dgm:cxn modelId="{46EF129F-6610-465A-BE19-857FD81D4A06}" type="presParOf" srcId="{2086556B-B67A-4128-AE79-44ABFEE8E59D}" destId="{B4AE6599-1579-412C-92C2-CD3D63A17FB9}" srcOrd="1" destOrd="0" presId="urn:microsoft.com/office/officeart/2018/2/layout/IconLabelList"/>
    <dgm:cxn modelId="{BBF414A8-E5A0-402B-B82A-7DCE8C4DDBA3}" type="presParOf" srcId="{2086556B-B67A-4128-AE79-44ABFEE8E59D}" destId="{416A3ABF-4920-4BC5-B7C2-C9C2A6B45394}" srcOrd="2" destOrd="0" presId="urn:microsoft.com/office/officeart/2018/2/layout/IconLabelList"/>
    <dgm:cxn modelId="{67D9FC47-6E0E-4B28-B08F-EE40DB3C5834}" type="presParOf" srcId="{3D9471FC-B1B0-4593-BB36-FFE47359D50D}" destId="{704D4078-760E-476C-988A-17FE7B1C79DD}" srcOrd="11" destOrd="0" presId="urn:microsoft.com/office/officeart/2018/2/layout/IconLabelList"/>
    <dgm:cxn modelId="{67DEB385-6763-4AB1-96A3-90656CC4FF90}" type="presParOf" srcId="{3D9471FC-B1B0-4593-BB36-FFE47359D50D}" destId="{D88FE990-E952-4907-B6B2-5A2FF837AF9C}" srcOrd="12" destOrd="0" presId="urn:microsoft.com/office/officeart/2018/2/layout/IconLabelList"/>
    <dgm:cxn modelId="{F7383CD7-A02B-4FA4-A0B1-578A54526753}" type="presParOf" srcId="{D88FE990-E952-4907-B6B2-5A2FF837AF9C}" destId="{2F3724F2-C2D6-4A3C-BBF9-7150E8544654}" srcOrd="0" destOrd="0" presId="urn:microsoft.com/office/officeart/2018/2/layout/IconLabelList"/>
    <dgm:cxn modelId="{5E67040F-38FD-4870-A15F-030127F74606}" type="presParOf" srcId="{D88FE990-E952-4907-B6B2-5A2FF837AF9C}" destId="{BFC34E9D-CA3E-4359-98B6-3477C0B372F8}" srcOrd="1" destOrd="0" presId="urn:microsoft.com/office/officeart/2018/2/layout/IconLabelList"/>
    <dgm:cxn modelId="{8912E4A6-C92D-4D32-88B2-26D2EB58C177}" type="presParOf" srcId="{D88FE990-E952-4907-B6B2-5A2FF837AF9C}" destId="{4B2C151F-2F1A-4736-9273-ADE3E32FA861}" srcOrd="2" destOrd="0" presId="urn:microsoft.com/office/officeart/2018/2/layout/IconLabelList"/>
    <dgm:cxn modelId="{EB1D2838-C04F-44BF-8810-DF2F6D6E907A}" type="presParOf" srcId="{3D9471FC-B1B0-4593-BB36-FFE47359D50D}" destId="{EB80D0C7-4BE6-427B-9E00-705B6A190696}" srcOrd="13" destOrd="0" presId="urn:microsoft.com/office/officeart/2018/2/layout/IconLabelList"/>
    <dgm:cxn modelId="{4358475C-5928-41CA-A483-90CD95995851}" type="presParOf" srcId="{3D9471FC-B1B0-4593-BB36-FFE47359D50D}" destId="{14054313-F77C-48D1-BF36-DD2C8216DCCA}" srcOrd="14" destOrd="0" presId="urn:microsoft.com/office/officeart/2018/2/layout/IconLabelList"/>
    <dgm:cxn modelId="{7B521540-621F-47D6-9123-07F958D0DCA4}" type="presParOf" srcId="{14054313-F77C-48D1-BF36-DD2C8216DCCA}" destId="{A60A5FA8-67CE-42AD-B320-0D9E08868AC5}" srcOrd="0" destOrd="0" presId="urn:microsoft.com/office/officeart/2018/2/layout/IconLabelList"/>
    <dgm:cxn modelId="{B9AAB8F0-EEA3-421F-BA34-092D6859CED5}" type="presParOf" srcId="{14054313-F77C-48D1-BF36-DD2C8216DCCA}" destId="{7FE0323B-35E1-47F4-A4DB-FBB82A40B0A1}" srcOrd="1" destOrd="0" presId="urn:microsoft.com/office/officeart/2018/2/layout/IconLabelList"/>
    <dgm:cxn modelId="{161C7721-F4F7-41FF-89B4-1A6639D380CF}" type="presParOf" srcId="{14054313-F77C-48D1-BF36-DD2C8216DCCA}" destId="{35D9FF76-61F0-4BDF-9098-0388202A004E}" srcOrd="2" destOrd="0" presId="urn:microsoft.com/office/officeart/2018/2/layout/IconLabelList"/>
    <dgm:cxn modelId="{2A26D881-4D11-434E-924B-8E617C07348A}" type="presParOf" srcId="{3D9471FC-B1B0-4593-BB36-FFE47359D50D}" destId="{A2148977-1BAF-426E-8978-44E8AE690F6A}" srcOrd="15" destOrd="0" presId="urn:microsoft.com/office/officeart/2018/2/layout/IconLabelList"/>
    <dgm:cxn modelId="{8881A908-54E1-4040-8941-CD4E8F4EA397}" type="presParOf" srcId="{3D9471FC-B1B0-4593-BB36-FFE47359D50D}" destId="{A37CB36F-CA1E-40A4-B7C3-76D7E7886632}" srcOrd="16" destOrd="0" presId="urn:microsoft.com/office/officeart/2018/2/layout/IconLabelList"/>
    <dgm:cxn modelId="{FAD73C7A-526A-4188-8D64-752A2F663EFD}" type="presParOf" srcId="{A37CB36F-CA1E-40A4-B7C3-76D7E7886632}" destId="{0AEF06D0-B0A1-4F7D-AF23-E0508D8B6750}" srcOrd="0" destOrd="0" presId="urn:microsoft.com/office/officeart/2018/2/layout/IconLabelList"/>
    <dgm:cxn modelId="{34CBEE7A-B873-4647-AE25-1E4932AB0C7C}" type="presParOf" srcId="{A37CB36F-CA1E-40A4-B7C3-76D7E7886632}" destId="{E6E7E836-C977-4EC3-A8E0-5705B04D31CE}" srcOrd="1" destOrd="0" presId="urn:microsoft.com/office/officeart/2018/2/layout/IconLabelList"/>
    <dgm:cxn modelId="{47759574-A74C-4EB8-A527-2CEFE0F4584C}" type="presParOf" srcId="{A37CB36F-CA1E-40A4-B7C3-76D7E7886632}" destId="{82FB5E31-5EB1-4C84-9D4B-A02292864B1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E029AC-0454-47D9-9938-15C3039DF6D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5CD16-3A8F-40AC-B822-9DBD05D058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Usability: Easy to use for non-technical staff</a:t>
          </a:r>
        </a:p>
      </dgm:t>
    </dgm:pt>
    <dgm:pt modelId="{24FF437A-89AC-4906-B16D-C77707B3F19D}" type="parTrans" cxnId="{A4251635-38FE-4502-94E9-048B1C2E418E}">
      <dgm:prSet/>
      <dgm:spPr/>
      <dgm:t>
        <a:bodyPr/>
        <a:lstStyle/>
        <a:p>
          <a:endParaRPr lang="en-US"/>
        </a:p>
      </dgm:t>
    </dgm:pt>
    <dgm:pt modelId="{90C04622-D2A3-4ED9-9508-6BA6FC740CB6}" type="sibTrans" cxnId="{A4251635-38FE-4502-94E9-048B1C2E418E}">
      <dgm:prSet/>
      <dgm:spPr/>
      <dgm:t>
        <a:bodyPr/>
        <a:lstStyle/>
        <a:p>
          <a:endParaRPr lang="en-US"/>
        </a:p>
      </dgm:t>
    </dgm:pt>
    <dgm:pt modelId="{49605D7E-AF8B-44F9-B535-B10DC2BEC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Performance: Fast, real-time data updates</a:t>
          </a:r>
        </a:p>
      </dgm:t>
    </dgm:pt>
    <dgm:pt modelId="{19B4D33C-3BB7-420E-B140-75B1AF45C078}" type="parTrans" cxnId="{619EB2B8-E2A2-4F8F-8463-331DDB2A7AD7}">
      <dgm:prSet/>
      <dgm:spPr/>
      <dgm:t>
        <a:bodyPr/>
        <a:lstStyle/>
        <a:p>
          <a:endParaRPr lang="en-US"/>
        </a:p>
      </dgm:t>
    </dgm:pt>
    <dgm:pt modelId="{5BC7C6CF-72DB-414D-8A34-1705E51C1D2F}" type="sibTrans" cxnId="{619EB2B8-E2A2-4F8F-8463-331DDB2A7AD7}">
      <dgm:prSet/>
      <dgm:spPr/>
      <dgm:t>
        <a:bodyPr/>
        <a:lstStyle/>
        <a:p>
          <a:endParaRPr lang="en-US"/>
        </a:p>
      </dgm:t>
    </dgm:pt>
    <dgm:pt modelId="{42E09EAC-F119-4ADD-A5AC-06842B0AEF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Maintainability: Simple to update and fix</a:t>
          </a:r>
        </a:p>
      </dgm:t>
    </dgm:pt>
    <dgm:pt modelId="{8B8949FE-A0C0-473C-BE19-A70CB18C39C9}" type="parTrans" cxnId="{06DF81CD-0867-4BEC-A9FE-423D2A6843F5}">
      <dgm:prSet/>
      <dgm:spPr/>
      <dgm:t>
        <a:bodyPr/>
        <a:lstStyle/>
        <a:p>
          <a:endParaRPr lang="en-US"/>
        </a:p>
      </dgm:t>
    </dgm:pt>
    <dgm:pt modelId="{7EF4C7FF-3A69-47DD-BD99-96A1FE301EC0}" type="sibTrans" cxnId="{06DF81CD-0867-4BEC-A9FE-423D2A6843F5}">
      <dgm:prSet/>
      <dgm:spPr/>
      <dgm:t>
        <a:bodyPr/>
        <a:lstStyle/>
        <a:p>
          <a:endParaRPr lang="en-US"/>
        </a:p>
      </dgm:t>
    </dgm:pt>
    <dgm:pt modelId="{2C34CD7D-20E9-4570-87BC-06E373C441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Scalability: Grows with more stores and inventory</a:t>
          </a:r>
        </a:p>
      </dgm:t>
    </dgm:pt>
    <dgm:pt modelId="{1E161659-00C5-4D44-AE7A-A7675F2A6FE1}" type="parTrans" cxnId="{0B116A48-C5B7-4644-8AD3-D4A12E19DF11}">
      <dgm:prSet/>
      <dgm:spPr/>
      <dgm:t>
        <a:bodyPr/>
        <a:lstStyle/>
        <a:p>
          <a:endParaRPr lang="en-US"/>
        </a:p>
      </dgm:t>
    </dgm:pt>
    <dgm:pt modelId="{D8223264-4A44-4C0B-BE37-D5CE8773EE9B}" type="sibTrans" cxnId="{0B116A48-C5B7-4644-8AD3-D4A12E19DF11}">
      <dgm:prSet/>
      <dgm:spPr/>
      <dgm:t>
        <a:bodyPr/>
        <a:lstStyle/>
        <a:p>
          <a:endParaRPr lang="en-US"/>
        </a:p>
      </dgm:t>
    </dgm:pt>
    <dgm:pt modelId="{58D3026C-3EC2-45EF-ADDD-CD145A6F35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Reliability: Accurate stock tracking</a:t>
          </a:r>
        </a:p>
      </dgm:t>
    </dgm:pt>
    <dgm:pt modelId="{B65C05E0-94FA-4D8D-887C-54592663EF69}" type="parTrans" cxnId="{FA77E14F-5D21-4BBD-A122-3F6B49D46AC6}">
      <dgm:prSet/>
      <dgm:spPr/>
      <dgm:t>
        <a:bodyPr/>
        <a:lstStyle/>
        <a:p>
          <a:endParaRPr lang="en-US"/>
        </a:p>
      </dgm:t>
    </dgm:pt>
    <dgm:pt modelId="{021DBB73-29B8-4EF9-97DD-AF20DA6C5921}" type="sibTrans" cxnId="{FA77E14F-5D21-4BBD-A122-3F6B49D46AC6}">
      <dgm:prSet/>
      <dgm:spPr/>
      <dgm:t>
        <a:bodyPr/>
        <a:lstStyle/>
        <a:p>
          <a:endParaRPr lang="en-US"/>
        </a:p>
      </dgm:t>
    </dgm:pt>
    <dgm:pt modelId="{452A570E-EDB1-4F25-AE0D-B06FEC2067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Security: Safe and secure data storage</a:t>
          </a:r>
        </a:p>
      </dgm:t>
    </dgm:pt>
    <dgm:pt modelId="{54994992-4C93-4884-B97B-D7FC9EBDE5E7}" type="parTrans" cxnId="{2FAD2D0F-640D-493D-9AF5-3AEF9561A9B3}">
      <dgm:prSet/>
      <dgm:spPr/>
      <dgm:t>
        <a:bodyPr/>
        <a:lstStyle/>
        <a:p>
          <a:endParaRPr lang="en-US"/>
        </a:p>
      </dgm:t>
    </dgm:pt>
    <dgm:pt modelId="{E01F4106-C970-47E5-BBAA-A39C098174A1}" type="sibTrans" cxnId="{2FAD2D0F-640D-493D-9AF5-3AEF9561A9B3}">
      <dgm:prSet/>
      <dgm:spPr/>
      <dgm:t>
        <a:bodyPr/>
        <a:lstStyle/>
        <a:p>
          <a:endParaRPr lang="en-US"/>
        </a:p>
      </dgm:t>
    </dgm:pt>
    <dgm:pt modelId="{ED7D4CC0-583B-41D4-BE56-E93C54CA87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Auditability: All actions fully traceable</a:t>
          </a:r>
        </a:p>
      </dgm:t>
    </dgm:pt>
    <dgm:pt modelId="{5A0C453D-E6E6-4303-B26A-9D3A4C3C9A09}" type="parTrans" cxnId="{5DF39F7C-CC19-44FB-99C9-0B7519698F18}">
      <dgm:prSet/>
      <dgm:spPr/>
      <dgm:t>
        <a:bodyPr/>
        <a:lstStyle/>
        <a:p>
          <a:endParaRPr lang="en-US"/>
        </a:p>
      </dgm:t>
    </dgm:pt>
    <dgm:pt modelId="{81D941D7-4DBC-4E57-931D-3378D15ECEAC}" type="sibTrans" cxnId="{5DF39F7C-CC19-44FB-99C9-0B7519698F18}">
      <dgm:prSet/>
      <dgm:spPr/>
      <dgm:t>
        <a:bodyPr/>
        <a:lstStyle/>
        <a:p>
          <a:endParaRPr lang="en-US"/>
        </a:p>
      </dgm:t>
    </dgm:pt>
    <dgm:pt modelId="{114030D6-17FB-4404-9DC7-C36CA8770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Offline Capability: Scan offline, sync later</a:t>
          </a:r>
        </a:p>
      </dgm:t>
    </dgm:pt>
    <dgm:pt modelId="{1F161D49-413B-406C-8F66-702A132A390E}" type="parTrans" cxnId="{D89C763D-78A6-4CA5-9D99-E61D4443C57C}">
      <dgm:prSet/>
      <dgm:spPr/>
      <dgm:t>
        <a:bodyPr/>
        <a:lstStyle/>
        <a:p>
          <a:endParaRPr lang="en-US"/>
        </a:p>
      </dgm:t>
    </dgm:pt>
    <dgm:pt modelId="{EC1BFD8A-590E-42F9-800D-B558FA207133}" type="sibTrans" cxnId="{D89C763D-78A6-4CA5-9D99-E61D4443C57C}">
      <dgm:prSet/>
      <dgm:spPr/>
      <dgm:t>
        <a:bodyPr/>
        <a:lstStyle/>
        <a:p>
          <a:endParaRPr lang="en-US"/>
        </a:p>
      </dgm:t>
    </dgm:pt>
    <dgm:pt modelId="{D288A3E9-1395-453C-B6BA-E8D9F3C4BC89}" type="pres">
      <dgm:prSet presAssocID="{ECE029AC-0454-47D9-9938-15C3039DF6DC}" presName="root" presStyleCnt="0">
        <dgm:presLayoutVars>
          <dgm:dir/>
          <dgm:resizeHandles val="exact"/>
        </dgm:presLayoutVars>
      </dgm:prSet>
      <dgm:spPr/>
    </dgm:pt>
    <dgm:pt modelId="{44EA50A9-584B-4318-9BC2-7839D8E9C215}" type="pres">
      <dgm:prSet presAssocID="{2AE5CD16-3A8F-40AC-B822-9DBD05D0584E}" presName="compNode" presStyleCnt="0"/>
      <dgm:spPr/>
    </dgm:pt>
    <dgm:pt modelId="{E81B92C9-2474-4363-899E-640E1F7382B7}" type="pres">
      <dgm:prSet presAssocID="{2AE5CD16-3A8F-40AC-B822-9DBD05D0584E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8867A1A-AA4C-4FC6-A8DD-42C8FA502FE9}" type="pres">
      <dgm:prSet presAssocID="{2AE5CD16-3A8F-40AC-B822-9DBD05D0584E}" presName="spaceRect" presStyleCnt="0"/>
      <dgm:spPr/>
    </dgm:pt>
    <dgm:pt modelId="{1B92087D-E32D-4D6B-B845-8DA0A129EE3F}" type="pres">
      <dgm:prSet presAssocID="{2AE5CD16-3A8F-40AC-B822-9DBD05D0584E}" presName="textRect" presStyleLbl="revTx" presStyleIdx="0" presStyleCnt="8">
        <dgm:presLayoutVars>
          <dgm:chMax val="1"/>
          <dgm:chPref val="1"/>
        </dgm:presLayoutVars>
      </dgm:prSet>
      <dgm:spPr/>
    </dgm:pt>
    <dgm:pt modelId="{769A08BC-B998-48EF-A855-5606553AD679}" type="pres">
      <dgm:prSet presAssocID="{90C04622-D2A3-4ED9-9508-6BA6FC740CB6}" presName="sibTrans" presStyleCnt="0"/>
      <dgm:spPr/>
    </dgm:pt>
    <dgm:pt modelId="{488D0CC0-B181-4AAE-8548-BC966211E328}" type="pres">
      <dgm:prSet presAssocID="{49605D7E-AF8B-44F9-B535-B10DC2BEC065}" presName="compNode" presStyleCnt="0"/>
      <dgm:spPr/>
    </dgm:pt>
    <dgm:pt modelId="{B702E9EB-9127-4373-9CA2-566E192D639A}" type="pres">
      <dgm:prSet presAssocID="{49605D7E-AF8B-44F9-B535-B10DC2BEC065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436BE15-4A94-40EB-871D-641BA201FAC9}" type="pres">
      <dgm:prSet presAssocID="{49605D7E-AF8B-44F9-B535-B10DC2BEC065}" presName="spaceRect" presStyleCnt="0"/>
      <dgm:spPr/>
    </dgm:pt>
    <dgm:pt modelId="{15BF4F4B-481D-4435-9E0C-5B159A46503A}" type="pres">
      <dgm:prSet presAssocID="{49605D7E-AF8B-44F9-B535-B10DC2BEC065}" presName="textRect" presStyleLbl="revTx" presStyleIdx="1" presStyleCnt="8">
        <dgm:presLayoutVars>
          <dgm:chMax val="1"/>
          <dgm:chPref val="1"/>
        </dgm:presLayoutVars>
      </dgm:prSet>
      <dgm:spPr/>
    </dgm:pt>
    <dgm:pt modelId="{766B9D22-103B-4AA9-B1AE-5D9F72FF4634}" type="pres">
      <dgm:prSet presAssocID="{5BC7C6CF-72DB-414D-8A34-1705E51C1D2F}" presName="sibTrans" presStyleCnt="0"/>
      <dgm:spPr/>
    </dgm:pt>
    <dgm:pt modelId="{D2053C39-32BD-48B6-AF6A-A5AA95E1EF02}" type="pres">
      <dgm:prSet presAssocID="{42E09EAC-F119-4ADD-A5AC-06842B0AEF86}" presName="compNode" presStyleCnt="0"/>
      <dgm:spPr/>
    </dgm:pt>
    <dgm:pt modelId="{B09F78F7-9E12-43F7-BDC0-8939C45629BD}" type="pres">
      <dgm:prSet presAssocID="{42E09EAC-F119-4ADD-A5AC-06842B0AEF86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6008035-1792-4818-BBCA-77D7491C2FE3}" type="pres">
      <dgm:prSet presAssocID="{42E09EAC-F119-4ADD-A5AC-06842B0AEF86}" presName="spaceRect" presStyleCnt="0"/>
      <dgm:spPr/>
    </dgm:pt>
    <dgm:pt modelId="{0B059780-896A-494E-A02A-D19C79A9EE35}" type="pres">
      <dgm:prSet presAssocID="{42E09EAC-F119-4ADD-A5AC-06842B0AEF86}" presName="textRect" presStyleLbl="revTx" presStyleIdx="2" presStyleCnt="8">
        <dgm:presLayoutVars>
          <dgm:chMax val="1"/>
          <dgm:chPref val="1"/>
        </dgm:presLayoutVars>
      </dgm:prSet>
      <dgm:spPr/>
    </dgm:pt>
    <dgm:pt modelId="{8600127E-5526-4420-A4C2-C938C53E15DC}" type="pres">
      <dgm:prSet presAssocID="{7EF4C7FF-3A69-47DD-BD99-96A1FE301EC0}" presName="sibTrans" presStyleCnt="0"/>
      <dgm:spPr/>
    </dgm:pt>
    <dgm:pt modelId="{72DFFA31-1CEB-4357-8D04-1CA09EB25122}" type="pres">
      <dgm:prSet presAssocID="{2C34CD7D-20E9-4570-87BC-06E373C441DE}" presName="compNode" presStyleCnt="0"/>
      <dgm:spPr/>
    </dgm:pt>
    <dgm:pt modelId="{F220E9E8-34BD-4B75-A8CF-0D89B0523874}" type="pres">
      <dgm:prSet presAssocID="{2C34CD7D-20E9-4570-87BC-06E373C441DE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81D95B70-CA3F-43F2-ABF1-334E43FA3E92}" type="pres">
      <dgm:prSet presAssocID="{2C34CD7D-20E9-4570-87BC-06E373C441DE}" presName="spaceRect" presStyleCnt="0"/>
      <dgm:spPr/>
    </dgm:pt>
    <dgm:pt modelId="{715F93FE-C40C-48AF-AE6C-986245586D48}" type="pres">
      <dgm:prSet presAssocID="{2C34CD7D-20E9-4570-87BC-06E373C441DE}" presName="textRect" presStyleLbl="revTx" presStyleIdx="3" presStyleCnt="8">
        <dgm:presLayoutVars>
          <dgm:chMax val="1"/>
          <dgm:chPref val="1"/>
        </dgm:presLayoutVars>
      </dgm:prSet>
      <dgm:spPr/>
    </dgm:pt>
    <dgm:pt modelId="{07CC4C7E-C824-4585-8696-959D42C7A2E7}" type="pres">
      <dgm:prSet presAssocID="{D8223264-4A44-4C0B-BE37-D5CE8773EE9B}" presName="sibTrans" presStyleCnt="0"/>
      <dgm:spPr/>
    </dgm:pt>
    <dgm:pt modelId="{6E582D9C-0024-4FF7-9407-775C2A2B2BED}" type="pres">
      <dgm:prSet presAssocID="{58D3026C-3EC2-45EF-ADDD-CD145A6F3533}" presName="compNode" presStyleCnt="0"/>
      <dgm:spPr/>
    </dgm:pt>
    <dgm:pt modelId="{BD7DE4DF-6F88-46CF-A04C-5DEECBC2BA1A}" type="pres">
      <dgm:prSet presAssocID="{58D3026C-3EC2-45EF-ADDD-CD145A6F3533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C3A2711A-E512-4F3F-BCBD-4A4B64432D70}" type="pres">
      <dgm:prSet presAssocID="{58D3026C-3EC2-45EF-ADDD-CD145A6F3533}" presName="spaceRect" presStyleCnt="0"/>
      <dgm:spPr/>
    </dgm:pt>
    <dgm:pt modelId="{70CF9681-28E1-4DF1-9604-6DD186D84979}" type="pres">
      <dgm:prSet presAssocID="{58D3026C-3EC2-45EF-ADDD-CD145A6F3533}" presName="textRect" presStyleLbl="revTx" presStyleIdx="4" presStyleCnt="8">
        <dgm:presLayoutVars>
          <dgm:chMax val="1"/>
          <dgm:chPref val="1"/>
        </dgm:presLayoutVars>
      </dgm:prSet>
      <dgm:spPr/>
    </dgm:pt>
    <dgm:pt modelId="{FE9ACDCA-9991-485D-860B-13216DB5AD43}" type="pres">
      <dgm:prSet presAssocID="{021DBB73-29B8-4EF9-97DD-AF20DA6C5921}" presName="sibTrans" presStyleCnt="0"/>
      <dgm:spPr/>
    </dgm:pt>
    <dgm:pt modelId="{4584829F-4CCA-4948-8BBD-0BFB56CA4B35}" type="pres">
      <dgm:prSet presAssocID="{452A570E-EDB1-4F25-AE0D-B06FEC20675B}" presName="compNode" presStyleCnt="0"/>
      <dgm:spPr/>
    </dgm:pt>
    <dgm:pt modelId="{1FF9FF01-CA26-40E7-9AB4-23DB44037590}" type="pres">
      <dgm:prSet presAssocID="{452A570E-EDB1-4F25-AE0D-B06FEC20675B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9006B57-A24B-4C51-83A5-57F506D39481}" type="pres">
      <dgm:prSet presAssocID="{452A570E-EDB1-4F25-AE0D-B06FEC20675B}" presName="spaceRect" presStyleCnt="0"/>
      <dgm:spPr/>
    </dgm:pt>
    <dgm:pt modelId="{288B10CD-77BD-4D59-AB9A-B9E802E667A7}" type="pres">
      <dgm:prSet presAssocID="{452A570E-EDB1-4F25-AE0D-B06FEC20675B}" presName="textRect" presStyleLbl="revTx" presStyleIdx="5" presStyleCnt="8">
        <dgm:presLayoutVars>
          <dgm:chMax val="1"/>
          <dgm:chPref val="1"/>
        </dgm:presLayoutVars>
      </dgm:prSet>
      <dgm:spPr/>
    </dgm:pt>
    <dgm:pt modelId="{88EAD9FC-727B-45A2-B477-1086ACAEEF02}" type="pres">
      <dgm:prSet presAssocID="{E01F4106-C970-47E5-BBAA-A39C098174A1}" presName="sibTrans" presStyleCnt="0"/>
      <dgm:spPr/>
    </dgm:pt>
    <dgm:pt modelId="{E1CF0416-0C88-4C5C-B2FE-61C7750A5050}" type="pres">
      <dgm:prSet presAssocID="{ED7D4CC0-583B-41D4-BE56-E93C54CA8767}" presName="compNode" presStyleCnt="0"/>
      <dgm:spPr/>
    </dgm:pt>
    <dgm:pt modelId="{8F2B82D4-A63F-40B9-82F4-895BF8833314}" type="pres">
      <dgm:prSet presAssocID="{ED7D4CC0-583B-41D4-BE56-E93C54CA8767}" presName="iconRect" presStyleLbl="node1" presStyleIdx="6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ormation with solid fill"/>
        </a:ext>
      </dgm:extLst>
    </dgm:pt>
    <dgm:pt modelId="{8B34E716-6669-4266-8115-45E9144464CC}" type="pres">
      <dgm:prSet presAssocID="{ED7D4CC0-583B-41D4-BE56-E93C54CA8767}" presName="spaceRect" presStyleCnt="0"/>
      <dgm:spPr/>
    </dgm:pt>
    <dgm:pt modelId="{8B33DFB7-A0DE-4FC0-AA0A-CB538F4931BD}" type="pres">
      <dgm:prSet presAssocID="{ED7D4CC0-583B-41D4-BE56-E93C54CA8767}" presName="textRect" presStyleLbl="revTx" presStyleIdx="6" presStyleCnt="8">
        <dgm:presLayoutVars>
          <dgm:chMax val="1"/>
          <dgm:chPref val="1"/>
        </dgm:presLayoutVars>
      </dgm:prSet>
      <dgm:spPr/>
    </dgm:pt>
    <dgm:pt modelId="{E8FF195B-4240-43F6-BA96-EA5520F6AAE3}" type="pres">
      <dgm:prSet presAssocID="{81D941D7-4DBC-4E57-931D-3378D15ECEAC}" presName="sibTrans" presStyleCnt="0"/>
      <dgm:spPr/>
    </dgm:pt>
    <dgm:pt modelId="{CAD1FEB9-9956-43AE-AA8B-16D58ABB60A0}" type="pres">
      <dgm:prSet presAssocID="{114030D6-17FB-4404-9DC7-C36CA8770F30}" presName="compNode" presStyleCnt="0"/>
      <dgm:spPr/>
    </dgm:pt>
    <dgm:pt modelId="{13A6B5ED-2064-49C5-9062-AC156C5CC375}" type="pres">
      <dgm:prSet presAssocID="{114030D6-17FB-4404-9DC7-C36CA8770F30}" presName="iconRect" presStyleLbl="node1" presStyleIdx="7" presStyleCnt="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 with solid fill"/>
        </a:ext>
      </dgm:extLst>
    </dgm:pt>
    <dgm:pt modelId="{F183263E-09E5-43D8-8389-9BFE696228CA}" type="pres">
      <dgm:prSet presAssocID="{114030D6-17FB-4404-9DC7-C36CA8770F30}" presName="spaceRect" presStyleCnt="0"/>
      <dgm:spPr/>
    </dgm:pt>
    <dgm:pt modelId="{8A76E4EA-39C0-4648-B44B-84819708EF62}" type="pres">
      <dgm:prSet presAssocID="{114030D6-17FB-4404-9DC7-C36CA8770F30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2FAD2D0F-640D-493D-9AF5-3AEF9561A9B3}" srcId="{ECE029AC-0454-47D9-9938-15C3039DF6DC}" destId="{452A570E-EDB1-4F25-AE0D-B06FEC20675B}" srcOrd="5" destOrd="0" parTransId="{54994992-4C93-4884-B97B-D7FC9EBDE5E7}" sibTransId="{E01F4106-C970-47E5-BBAA-A39C098174A1}"/>
    <dgm:cxn modelId="{6AF6B81F-D9B2-4261-8C0C-5AB103B4F216}" type="presOf" srcId="{452A570E-EDB1-4F25-AE0D-B06FEC20675B}" destId="{288B10CD-77BD-4D59-AB9A-B9E802E667A7}" srcOrd="0" destOrd="0" presId="urn:microsoft.com/office/officeart/2018/2/layout/IconLabelList"/>
    <dgm:cxn modelId="{E1248A32-513C-4477-8E89-9FC499896247}" type="presOf" srcId="{2C34CD7D-20E9-4570-87BC-06E373C441DE}" destId="{715F93FE-C40C-48AF-AE6C-986245586D48}" srcOrd="0" destOrd="0" presId="urn:microsoft.com/office/officeart/2018/2/layout/IconLabelList"/>
    <dgm:cxn modelId="{A4251635-38FE-4502-94E9-048B1C2E418E}" srcId="{ECE029AC-0454-47D9-9938-15C3039DF6DC}" destId="{2AE5CD16-3A8F-40AC-B822-9DBD05D0584E}" srcOrd="0" destOrd="0" parTransId="{24FF437A-89AC-4906-B16D-C77707B3F19D}" sibTransId="{90C04622-D2A3-4ED9-9508-6BA6FC740CB6}"/>
    <dgm:cxn modelId="{9801B836-5804-411D-AC3B-E50A4CA61CCA}" type="presOf" srcId="{42E09EAC-F119-4ADD-A5AC-06842B0AEF86}" destId="{0B059780-896A-494E-A02A-D19C79A9EE35}" srcOrd="0" destOrd="0" presId="urn:microsoft.com/office/officeart/2018/2/layout/IconLabelList"/>
    <dgm:cxn modelId="{D89C763D-78A6-4CA5-9D99-E61D4443C57C}" srcId="{ECE029AC-0454-47D9-9938-15C3039DF6DC}" destId="{114030D6-17FB-4404-9DC7-C36CA8770F30}" srcOrd="7" destOrd="0" parTransId="{1F161D49-413B-406C-8F66-702A132A390E}" sibTransId="{EC1BFD8A-590E-42F9-800D-B558FA207133}"/>
    <dgm:cxn modelId="{8226E13D-918B-4B5F-AEB4-3D7E4B62E367}" type="presOf" srcId="{ED7D4CC0-583B-41D4-BE56-E93C54CA8767}" destId="{8B33DFB7-A0DE-4FC0-AA0A-CB538F4931BD}" srcOrd="0" destOrd="0" presId="urn:microsoft.com/office/officeart/2018/2/layout/IconLabelList"/>
    <dgm:cxn modelId="{0F7E6160-7F35-4444-93AB-E14F2B371D27}" type="presOf" srcId="{114030D6-17FB-4404-9DC7-C36CA8770F30}" destId="{8A76E4EA-39C0-4648-B44B-84819708EF62}" srcOrd="0" destOrd="0" presId="urn:microsoft.com/office/officeart/2018/2/layout/IconLabelList"/>
    <dgm:cxn modelId="{C21E7B41-6B79-434A-9245-540C15FF70BA}" type="presOf" srcId="{58D3026C-3EC2-45EF-ADDD-CD145A6F3533}" destId="{70CF9681-28E1-4DF1-9604-6DD186D84979}" srcOrd="0" destOrd="0" presId="urn:microsoft.com/office/officeart/2018/2/layout/IconLabelList"/>
    <dgm:cxn modelId="{0B116A48-C5B7-4644-8AD3-D4A12E19DF11}" srcId="{ECE029AC-0454-47D9-9938-15C3039DF6DC}" destId="{2C34CD7D-20E9-4570-87BC-06E373C441DE}" srcOrd="3" destOrd="0" parTransId="{1E161659-00C5-4D44-AE7A-A7675F2A6FE1}" sibTransId="{D8223264-4A44-4C0B-BE37-D5CE8773EE9B}"/>
    <dgm:cxn modelId="{FA77E14F-5D21-4BBD-A122-3F6B49D46AC6}" srcId="{ECE029AC-0454-47D9-9938-15C3039DF6DC}" destId="{58D3026C-3EC2-45EF-ADDD-CD145A6F3533}" srcOrd="4" destOrd="0" parTransId="{B65C05E0-94FA-4D8D-887C-54592663EF69}" sibTransId="{021DBB73-29B8-4EF9-97DD-AF20DA6C5921}"/>
    <dgm:cxn modelId="{80ED4572-5E63-45AD-A17F-BC902F5F812F}" type="presOf" srcId="{2AE5CD16-3A8F-40AC-B822-9DBD05D0584E}" destId="{1B92087D-E32D-4D6B-B845-8DA0A129EE3F}" srcOrd="0" destOrd="0" presId="urn:microsoft.com/office/officeart/2018/2/layout/IconLabelList"/>
    <dgm:cxn modelId="{43AE7373-32A1-45A4-B014-76F74094CDBA}" type="presOf" srcId="{ECE029AC-0454-47D9-9938-15C3039DF6DC}" destId="{D288A3E9-1395-453C-B6BA-E8D9F3C4BC89}" srcOrd="0" destOrd="0" presId="urn:microsoft.com/office/officeart/2018/2/layout/IconLabelList"/>
    <dgm:cxn modelId="{5DF39F7C-CC19-44FB-99C9-0B7519698F18}" srcId="{ECE029AC-0454-47D9-9938-15C3039DF6DC}" destId="{ED7D4CC0-583B-41D4-BE56-E93C54CA8767}" srcOrd="6" destOrd="0" parTransId="{5A0C453D-E6E6-4303-B26A-9D3A4C3C9A09}" sibTransId="{81D941D7-4DBC-4E57-931D-3378D15ECEAC}"/>
    <dgm:cxn modelId="{619EB2B8-E2A2-4F8F-8463-331DDB2A7AD7}" srcId="{ECE029AC-0454-47D9-9938-15C3039DF6DC}" destId="{49605D7E-AF8B-44F9-B535-B10DC2BEC065}" srcOrd="1" destOrd="0" parTransId="{19B4D33C-3BB7-420E-B140-75B1AF45C078}" sibTransId="{5BC7C6CF-72DB-414D-8A34-1705E51C1D2F}"/>
    <dgm:cxn modelId="{06DF81CD-0867-4BEC-A9FE-423D2A6843F5}" srcId="{ECE029AC-0454-47D9-9938-15C3039DF6DC}" destId="{42E09EAC-F119-4ADD-A5AC-06842B0AEF86}" srcOrd="2" destOrd="0" parTransId="{8B8949FE-A0C0-473C-BE19-A70CB18C39C9}" sibTransId="{7EF4C7FF-3A69-47DD-BD99-96A1FE301EC0}"/>
    <dgm:cxn modelId="{7C0CD1CE-2CC4-4422-881D-FA6F268FCE18}" type="presOf" srcId="{49605D7E-AF8B-44F9-B535-B10DC2BEC065}" destId="{15BF4F4B-481D-4435-9E0C-5B159A46503A}" srcOrd="0" destOrd="0" presId="urn:microsoft.com/office/officeart/2018/2/layout/IconLabelList"/>
    <dgm:cxn modelId="{F628EE2B-133A-420A-8CED-C60A87187DC7}" type="presParOf" srcId="{D288A3E9-1395-453C-B6BA-E8D9F3C4BC89}" destId="{44EA50A9-584B-4318-9BC2-7839D8E9C215}" srcOrd="0" destOrd="0" presId="urn:microsoft.com/office/officeart/2018/2/layout/IconLabelList"/>
    <dgm:cxn modelId="{295C3BB7-5689-49FC-B2A3-E11236FCAE5D}" type="presParOf" srcId="{44EA50A9-584B-4318-9BC2-7839D8E9C215}" destId="{E81B92C9-2474-4363-899E-640E1F7382B7}" srcOrd="0" destOrd="0" presId="urn:microsoft.com/office/officeart/2018/2/layout/IconLabelList"/>
    <dgm:cxn modelId="{C790B0EC-E4EC-4657-81EF-A38B6367C0FC}" type="presParOf" srcId="{44EA50A9-584B-4318-9BC2-7839D8E9C215}" destId="{18867A1A-AA4C-4FC6-A8DD-42C8FA502FE9}" srcOrd="1" destOrd="0" presId="urn:microsoft.com/office/officeart/2018/2/layout/IconLabelList"/>
    <dgm:cxn modelId="{99395E75-EE01-4AE3-ABB3-998806C34A75}" type="presParOf" srcId="{44EA50A9-584B-4318-9BC2-7839D8E9C215}" destId="{1B92087D-E32D-4D6B-B845-8DA0A129EE3F}" srcOrd="2" destOrd="0" presId="urn:microsoft.com/office/officeart/2018/2/layout/IconLabelList"/>
    <dgm:cxn modelId="{8A9F40E6-D3F6-43E7-B421-A7E481618F24}" type="presParOf" srcId="{D288A3E9-1395-453C-B6BA-E8D9F3C4BC89}" destId="{769A08BC-B998-48EF-A855-5606553AD679}" srcOrd="1" destOrd="0" presId="urn:microsoft.com/office/officeart/2018/2/layout/IconLabelList"/>
    <dgm:cxn modelId="{53243B43-A5C8-4093-8546-0D7F63168AF6}" type="presParOf" srcId="{D288A3E9-1395-453C-B6BA-E8D9F3C4BC89}" destId="{488D0CC0-B181-4AAE-8548-BC966211E328}" srcOrd="2" destOrd="0" presId="urn:microsoft.com/office/officeart/2018/2/layout/IconLabelList"/>
    <dgm:cxn modelId="{22030ADF-13A4-46CD-9047-BDF1D75317F1}" type="presParOf" srcId="{488D0CC0-B181-4AAE-8548-BC966211E328}" destId="{B702E9EB-9127-4373-9CA2-566E192D639A}" srcOrd="0" destOrd="0" presId="urn:microsoft.com/office/officeart/2018/2/layout/IconLabelList"/>
    <dgm:cxn modelId="{A133CAD7-7524-4646-93D3-BF07D4AE1C75}" type="presParOf" srcId="{488D0CC0-B181-4AAE-8548-BC966211E328}" destId="{B436BE15-4A94-40EB-871D-641BA201FAC9}" srcOrd="1" destOrd="0" presId="urn:microsoft.com/office/officeart/2018/2/layout/IconLabelList"/>
    <dgm:cxn modelId="{1AEAF325-3933-4305-9E1A-E483EC01BE88}" type="presParOf" srcId="{488D0CC0-B181-4AAE-8548-BC966211E328}" destId="{15BF4F4B-481D-4435-9E0C-5B159A46503A}" srcOrd="2" destOrd="0" presId="urn:microsoft.com/office/officeart/2018/2/layout/IconLabelList"/>
    <dgm:cxn modelId="{A3A449B1-648B-450F-93C3-673B5AE6953A}" type="presParOf" srcId="{D288A3E9-1395-453C-B6BA-E8D9F3C4BC89}" destId="{766B9D22-103B-4AA9-B1AE-5D9F72FF4634}" srcOrd="3" destOrd="0" presId="urn:microsoft.com/office/officeart/2018/2/layout/IconLabelList"/>
    <dgm:cxn modelId="{8FBACB91-F76D-43BB-8B46-ACA2E8EBDDD1}" type="presParOf" srcId="{D288A3E9-1395-453C-B6BA-E8D9F3C4BC89}" destId="{D2053C39-32BD-48B6-AF6A-A5AA95E1EF02}" srcOrd="4" destOrd="0" presId="urn:microsoft.com/office/officeart/2018/2/layout/IconLabelList"/>
    <dgm:cxn modelId="{3FAAF622-2AE0-4247-8AE7-18A2D8FF9BB2}" type="presParOf" srcId="{D2053C39-32BD-48B6-AF6A-A5AA95E1EF02}" destId="{B09F78F7-9E12-43F7-BDC0-8939C45629BD}" srcOrd="0" destOrd="0" presId="urn:microsoft.com/office/officeart/2018/2/layout/IconLabelList"/>
    <dgm:cxn modelId="{6CF27F30-0607-4487-B886-6BE499DAD9B3}" type="presParOf" srcId="{D2053C39-32BD-48B6-AF6A-A5AA95E1EF02}" destId="{B6008035-1792-4818-BBCA-77D7491C2FE3}" srcOrd="1" destOrd="0" presId="urn:microsoft.com/office/officeart/2018/2/layout/IconLabelList"/>
    <dgm:cxn modelId="{A12DDD51-CA8A-4AC8-8431-5A52C2D37244}" type="presParOf" srcId="{D2053C39-32BD-48B6-AF6A-A5AA95E1EF02}" destId="{0B059780-896A-494E-A02A-D19C79A9EE35}" srcOrd="2" destOrd="0" presId="urn:microsoft.com/office/officeart/2018/2/layout/IconLabelList"/>
    <dgm:cxn modelId="{B5927B73-6B3C-4A0F-9200-BEF6CE88408A}" type="presParOf" srcId="{D288A3E9-1395-453C-B6BA-E8D9F3C4BC89}" destId="{8600127E-5526-4420-A4C2-C938C53E15DC}" srcOrd="5" destOrd="0" presId="urn:microsoft.com/office/officeart/2018/2/layout/IconLabelList"/>
    <dgm:cxn modelId="{4C124D56-457E-47AD-A9CB-C6FC88EF4748}" type="presParOf" srcId="{D288A3E9-1395-453C-B6BA-E8D9F3C4BC89}" destId="{72DFFA31-1CEB-4357-8D04-1CA09EB25122}" srcOrd="6" destOrd="0" presId="urn:microsoft.com/office/officeart/2018/2/layout/IconLabelList"/>
    <dgm:cxn modelId="{AF6FC3F4-EA89-434C-8F86-57CA3445EB57}" type="presParOf" srcId="{72DFFA31-1CEB-4357-8D04-1CA09EB25122}" destId="{F220E9E8-34BD-4B75-A8CF-0D89B0523874}" srcOrd="0" destOrd="0" presId="urn:microsoft.com/office/officeart/2018/2/layout/IconLabelList"/>
    <dgm:cxn modelId="{EE57E78F-BAC1-4B1D-B1E1-1E592BAEF2FA}" type="presParOf" srcId="{72DFFA31-1CEB-4357-8D04-1CA09EB25122}" destId="{81D95B70-CA3F-43F2-ABF1-334E43FA3E92}" srcOrd="1" destOrd="0" presId="urn:microsoft.com/office/officeart/2018/2/layout/IconLabelList"/>
    <dgm:cxn modelId="{9BCBC3F4-9025-4426-8E25-CBEA1D771EB4}" type="presParOf" srcId="{72DFFA31-1CEB-4357-8D04-1CA09EB25122}" destId="{715F93FE-C40C-48AF-AE6C-986245586D48}" srcOrd="2" destOrd="0" presId="urn:microsoft.com/office/officeart/2018/2/layout/IconLabelList"/>
    <dgm:cxn modelId="{E8486D49-A7C6-444B-81FA-5449AE5E1CAC}" type="presParOf" srcId="{D288A3E9-1395-453C-B6BA-E8D9F3C4BC89}" destId="{07CC4C7E-C824-4585-8696-959D42C7A2E7}" srcOrd="7" destOrd="0" presId="urn:microsoft.com/office/officeart/2018/2/layout/IconLabelList"/>
    <dgm:cxn modelId="{ECF7852C-4904-45A9-8618-EB1ABF5E4844}" type="presParOf" srcId="{D288A3E9-1395-453C-B6BA-E8D9F3C4BC89}" destId="{6E582D9C-0024-4FF7-9407-775C2A2B2BED}" srcOrd="8" destOrd="0" presId="urn:microsoft.com/office/officeart/2018/2/layout/IconLabelList"/>
    <dgm:cxn modelId="{7AC7E280-2D9B-47D6-BADB-0946832DBD85}" type="presParOf" srcId="{6E582D9C-0024-4FF7-9407-775C2A2B2BED}" destId="{BD7DE4DF-6F88-46CF-A04C-5DEECBC2BA1A}" srcOrd="0" destOrd="0" presId="urn:microsoft.com/office/officeart/2018/2/layout/IconLabelList"/>
    <dgm:cxn modelId="{2BA91DEC-778A-4643-8970-CA02547373D9}" type="presParOf" srcId="{6E582D9C-0024-4FF7-9407-775C2A2B2BED}" destId="{C3A2711A-E512-4F3F-BCBD-4A4B64432D70}" srcOrd="1" destOrd="0" presId="urn:microsoft.com/office/officeart/2018/2/layout/IconLabelList"/>
    <dgm:cxn modelId="{B674C68D-838B-43BD-A926-6DF41B874111}" type="presParOf" srcId="{6E582D9C-0024-4FF7-9407-775C2A2B2BED}" destId="{70CF9681-28E1-4DF1-9604-6DD186D84979}" srcOrd="2" destOrd="0" presId="urn:microsoft.com/office/officeart/2018/2/layout/IconLabelList"/>
    <dgm:cxn modelId="{8C74406A-B42C-4879-8A50-1C2B2C10133F}" type="presParOf" srcId="{D288A3E9-1395-453C-B6BA-E8D9F3C4BC89}" destId="{FE9ACDCA-9991-485D-860B-13216DB5AD43}" srcOrd="9" destOrd="0" presId="urn:microsoft.com/office/officeart/2018/2/layout/IconLabelList"/>
    <dgm:cxn modelId="{EA3B56BF-A0A1-4415-8729-21D3FE732091}" type="presParOf" srcId="{D288A3E9-1395-453C-B6BA-E8D9F3C4BC89}" destId="{4584829F-4CCA-4948-8BBD-0BFB56CA4B35}" srcOrd="10" destOrd="0" presId="urn:microsoft.com/office/officeart/2018/2/layout/IconLabelList"/>
    <dgm:cxn modelId="{DAD6BC68-FC8F-43E8-8E06-829EB363A940}" type="presParOf" srcId="{4584829F-4CCA-4948-8BBD-0BFB56CA4B35}" destId="{1FF9FF01-CA26-40E7-9AB4-23DB44037590}" srcOrd="0" destOrd="0" presId="urn:microsoft.com/office/officeart/2018/2/layout/IconLabelList"/>
    <dgm:cxn modelId="{C1D2A363-F109-4B13-9799-BCD6D8CE2A0E}" type="presParOf" srcId="{4584829F-4CCA-4948-8BBD-0BFB56CA4B35}" destId="{B9006B57-A24B-4C51-83A5-57F506D39481}" srcOrd="1" destOrd="0" presId="urn:microsoft.com/office/officeart/2018/2/layout/IconLabelList"/>
    <dgm:cxn modelId="{D4F37497-5973-4B43-80D8-7B02E23E6DC0}" type="presParOf" srcId="{4584829F-4CCA-4948-8BBD-0BFB56CA4B35}" destId="{288B10CD-77BD-4D59-AB9A-B9E802E667A7}" srcOrd="2" destOrd="0" presId="urn:microsoft.com/office/officeart/2018/2/layout/IconLabelList"/>
    <dgm:cxn modelId="{9B63D212-A605-4FFF-8F5E-E4B0547B0E51}" type="presParOf" srcId="{D288A3E9-1395-453C-B6BA-E8D9F3C4BC89}" destId="{88EAD9FC-727B-45A2-B477-1086ACAEEF02}" srcOrd="11" destOrd="0" presId="urn:microsoft.com/office/officeart/2018/2/layout/IconLabelList"/>
    <dgm:cxn modelId="{5C8C349C-73B4-448A-BE00-1B25483FBDCD}" type="presParOf" srcId="{D288A3E9-1395-453C-B6BA-E8D9F3C4BC89}" destId="{E1CF0416-0C88-4C5C-B2FE-61C7750A5050}" srcOrd="12" destOrd="0" presId="urn:microsoft.com/office/officeart/2018/2/layout/IconLabelList"/>
    <dgm:cxn modelId="{6B333624-1CCE-4EA6-893B-684A044E553B}" type="presParOf" srcId="{E1CF0416-0C88-4C5C-B2FE-61C7750A5050}" destId="{8F2B82D4-A63F-40B9-82F4-895BF8833314}" srcOrd="0" destOrd="0" presId="urn:microsoft.com/office/officeart/2018/2/layout/IconLabelList"/>
    <dgm:cxn modelId="{052F5F1B-F577-49DA-A0D4-27163EF182FB}" type="presParOf" srcId="{E1CF0416-0C88-4C5C-B2FE-61C7750A5050}" destId="{8B34E716-6669-4266-8115-45E9144464CC}" srcOrd="1" destOrd="0" presId="urn:microsoft.com/office/officeart/2018/2/layout/IconLabelList"/>
    <dgm:cxn modelId="{099673D9-90A3-4FBF-BB6F-247F3E3DB1B2}" type="presParOf" srcId="{E1CF0416-0C88-4C5C-B2FE-61C7750A5050}" destId="{8B33DFB7-A0DE-4FC0-AA0A-CB538F4931BD}" srcOrd="2" destOrd="0" presId="urn:microsoft.com/office/officeart/2018/2/layout/IconLabelList"/>
    <dgm:cxn modelId="{1EEC9148-9A67-4EFC-AE52-05DDD5648C25}" type="presParOf" srcId="{D288A3E9-1395-453C-B6BA-E8D9F3C4BC89}" destId="{E8FF195B-4240-43F6-BA96-EA5520F6AAE3}" srcOrd="13" destOrd="0" presId="urn:microsoft.com/office/officeart/2018/2/layout/IconLabelList"/>
    <dgm:cxn modelId="{02DD17DF-62D1-413A-91DC-70BE69BFE015}" type="presParOf" srcId="{D288A3E9-1395-453C-B6BA-E8D9F3C4BC89}" destId="{CAD1FEB9-9956-43AE-AA8B-16D58ABB60A0}" srcOrd="14" destOrd="0" presId="urn:microsoft.com/office/officeart/2018/2/layout/IconLabelList"/>
    <dgm:cxn modelId="{280C4FD6-9ACF-4C93-97EA-6799FCA3F221}" type="presParOf" srcId="{CAD1FEB9-9956-43AE-AA8B-16D58ABB60A0}" destId="{13A6B5ED-2064-49C5-9062-AC156C5CC375}" srcOrd="0" destOrd="0" presId="urn:microsoft.com/office/officeart/2018/2/layout/IconLabelList"/>
    <dgm:cxn modelId="{45DE5B00-21CC-45DF-B2FE-1C12D9BFE59D}" type="presParOf" srcId="{CAD1FEB9-9956-43AE-AA8B-16D58ABB60A0}" destId="{F183263E-09E5-43D8-8389-9BFE696228CA}" srcOrd="1" destOrd="0" presId="urn:microsoft.com/office/officeart/2018/2/layout/IconLabelList"/>
    <dgm:cxn modelId="{4AFFBAC8-4173-4224-A2F7-7743E87272D3}" type="presParOf" srcId="{CAD1FEB9-9956-43AE-AA8B-16D58ABB60A0}" destId="{8A76E4EA-39C0-4648-B44B-84819708EF6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BC9FE-150B-405B-AA42-9942A508A8EB}">
      <dsp:nvSpPr>
        <dsp:cNvPr id="0" name=""/>
        <dsp:cNvSpPr/>
      </dsp:nvSpPr>
      <dsp:spPr>
        <a:xfrm>
          <a:off x="2955" y="207120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Introduction</a:t>
          </a:r>
        </a:p>
      </dsp:txBody>
      <dsp:txXfrm>
        <a:off x="71632" y="275797"/>
        <a:ext cx="2207399" cy="1269498"/>
      </dsp:txXfrm>
    </dsp:sp>
    <dsp:sp modelId="{2D62EE5F-3CDD-4EED-8C71-9932C2AFCD18}">
      <dsp:nvSpPr>
        <dsp:cNvPr id="0" name=""/>
        <dsp:cNvSpPr/>
      </dsp:nvSpPr>
      <dsp:spPr>
        <a:xfrm>
          <a:off x="2582184" y="207120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Project aims </a:t>
          </a:r>
        </a:p>
      </dsp:txBody>
      <dsp:txXfrm>
        <a:off x="2650861" y="275797"/>
        <a:ext cx="2207399" cy="1269498"/>
      </dsp:txXfrm>
    </dsp:sp>
    <dsp:sp modelId="{CFC0049C-4AC3-4ED4-9B3A-75F5CC3D9CE0}">
      <dsp:nvSpPr>
        <dsp:cNvPr id="0" name=""/>
        <dsp:cNvSpPr/>
      </dsp:nvSpPr>
      <dsp:spPr>
        <a:xfrm>
          <a:off x="5161414" y="207120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Research findings</a:t>
          </a:r>
        </a:p>
      </dsp:txBody>
      <dsp:txXfrm>
        <a:off x="5230091" y="275797"/>
        <a:ext cx="2207399" cy="1269498"/>
      </dsp:txXfrm>
    </dsp:sp>
    <dsp:sp modelId="{C0336292-3D01-4662-AF09-5047347BD433}">
      <dsp:nvSpPr>
        <dsp:cNvPr id="0" name=""/>
        <dsp:cNvSpPr/>
      </dsp:nvSpPr>
      <dsp:spPr>
        <a:xfrm>
          <a:off x="7740643" y="207120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Suggested solution</a:t>
          </a:r>
        </a:p>
      </dsp:txBody>
      <dsp:txXfrm>
        <a:off x="7809320" y="275797"/>
        <a:ext cx="2207399" cy="1269498"/>
      </dsp:txXfrm>
    </dsp:sp>
    <dsp:sp modelId="{E1A1B507-79E9-4472-8FBC-379558576FEC}">
      <dsp:nvSpPr>
        <dsp:cNvPr id="0" name=""/>
        <dsp:cNvSpPr/>
      </dsp:nvSpPr>
      <dsp:spPr>
        <a:xfrm>
          <a:off x="2955" y="1848448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Targeted users</a:t>
          </a:r>
        </a:p>
      </dsp:txBody>
      <dsp:txXfrm>
        <a:off x="71632" y="1917125"/>
        <a:ext cx="2207399" cy="1269498"/>
      </dsp:txXfrm>
    </dsp:sp>
    <dsp:sp modelId="{A7447721-ED1A-49D0-A6E3-809B43652FFF}">
      <dsp:nvSpPr>
        <dsp:cNvPr id="0" name=""/>
        <dsp:cNvSpPr/>
      </dsp:nvSpPr>
      <dsp:spPr>
        <a:xfrm>
          <a:off x="2582184" y="1848448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Requirements and Analysis </a:t>
          </a:r>
        </a:p>
      </dsp:txBody>
      <dsp:txXfrm>
        <a:off x="2650861" y="1917125"/>
        <a:ext cx="2207399" cy="1269498"/>
      </dsp:txXfrm>
    </dsp:sp>
    <dsp:sp modelId="{272BBDD3-22E0-4B3B-B560-9152EBE6038B}">
      <dsp:nvSpPr>
        <dsp:cNvPr id="0" name=""/>
        <dsp:cNvSpPr/>
      </dsp:nvSpPr>
      <dsp:spPr>
        <a:xfrm>
          <a:off x="5161414" y="1848448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System design</a:t>
          </a:r>
        </a:p>
      </dsp:txBody>
      <dsp:txXfrm>
        <a:off x="5230091" y="1917125"/>
        <a:ext cx="2207399" cy="1269498"/>
      </dsp:txXfrm>
    </dsp:sp>
    <dsp:sp modelId="{C4DBC421-0D16-4716-AD59-2ACBF3AE62C0}">
      <dsp:nvSpPr>
        <dsp:cNvPr id="0" name=""/>
        <dsp:cNvSpPr/>
      </dsp:nvSpPr>
      <dsp:spPr>
        <a:xfrm>
          <a:off x="7740643" y="1848448"/>
          <a:ext cx="2344753" cy="14068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innerShdw blurRad="254000" dist="50800" dir="13500000">
            <a:prstClr val="black">
              <a:alpha val="27000"/>
            </a:prstClr>
          </a:innerShdw>
          <a:reflection blurRad="25400" stA="49000" endPos="32000" dir="5400000" sy="-100000" algn="bl" rotWithShape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User Interface</a:t>
          </a:r>
        </a:p>
      </dsp:txBody>
      <dsp:txXfrm>
        <a:off x="7809320" y="1917125"/>
        <a:ext cx="2207399" cy="12694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16DE6-D00D-4E2A-A130-412E29E9E992}">
      <dsp:nvSpPr>
        <dsp:cNvPr id="0" name=""/>
        <dsp:cNvSpPr/>
      </dsp:nvSpPr>
      <dsp:spPr>
        <a:xfrm>
          <a:off x="1028897" y="822705"/>
          <a:ext cx="1101515" cy="11015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F33F6B-5EAB-4350-822C-C430B68D2504}">
      <dsp:nvSpPr>
        <dsp:cNvPr id="0" name=""/>
        <dsp:cNvSpPr/>
      </dsp:nvSpPr>
      <dsp:spPr>
        <a:xfrm>
          <a:off x="6061" y="2016664"/>
          <a:ext cx="3147187" cy="472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b="1" kern="1200" dirty="0"/>
            <a:t>Storekeepers &amp; Maintenance Staff</a:t>
          </a:r>
          <a:endParaRPr lang="en-US" sz="1700" kern="1200" dirty="0"/>
        </a:p>
      </dsp:txBody>
      <dsp:txXfrm>
        <a:off x="6061" y="2016664"/>
        <a:ext cx="3147187" cy="472078"/>
      </dsp:txXfrm>
    </dsp:sp>
    <dsp:sp modelId="{B83F4013-8FA5-49D4-9A81-63AE4605FA32}">
      <dsp:nvSpPr>
        <dsp:cNvPr id="0" name=""/>
        <dsp:cNvSpPr/>
      </dsp:nvSpPr>
      <dsp:spPr>
        <a:xfrm>
          <a:off x="6061" y="2531739"/>
          <a:ext cx="3147187" cy="440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300" kern="1200" dirty="0"/>
            <a:t>~ Faster and easier stock recording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300" kern="1200" dirty="0"/>
            <a:t>~ Reduced manual work and errors</a:t>
          </a:r>
          <a:endParaRPr lang="en-US" sz="1300" kern="1200" dirty="0"/>
        </a:p>
      </dsp:txBody>
      <dsp:txXfrm>
        <a:off x="6061" y="2531739"/>
        <a:ext cx="3147187" cy="440805"/>
      </dsp:txXfrm>
    </dsp:sp>
    <dsp:sp modelId="{76E4D87F-3471-4CE8-9FA0-64F2A1871933}">
      <dsp:nvSpPr>
        <dsp:cNvPr id="0" name=""/>
        <dsp:cNvSpPr/>
      </dsp:nvSpPr>
      <dsp:spPr>
        <a:xfrm>
          <a:off x="4726843" y="822705"/>
          <a:ext cx="1101515" cy="11015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3FDEB-A1B3-4347-AD35-625FBA71CEEC}">
      <dsp:nvSpPr>
        <dsp:cNvPr id="0" name=""/>
        <dsp:cNvSpPr/>
      </dsp:nvSpPr>
      <dsp:spPr>
        <a:xfrm>
          <a:off x="3704007" y="2016664"/>
          <a:ext cx="3147187" cy="472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b="1" kern="1200"/>
            <a:t>Inventory Managers</a:t>
          </a:r>
          <a:endParaRPr lang="en-US" sz="1700" kern="1200"/>
        </a:p>
      </dsp:txBody>
      <dsp:txXfrm>
        <a:off x="3704007" y="2016664"/>
        <a:ext cx="3147187" cy="472078"/>
      </dsp:txXfrm>
    </dsp:sp>
    <dsp:sp modelId="{E93E9014-76EF-46A3-B9C0-F44A819DD747}">
      <dsp:nvSpPr>
        <dsp:cNvPr id="0" name=""/>
        <dsp:cNvSpPr/>
      </dsp:nvSpPr>
      <dsp:spPr>
        <a:xfrm>
          <a:off x="3999323" y="2531739"/>
          <a:ext cx="2556554" cy="440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300" kern="1200" dirty="0"/>
            <a:t>~ Clear stock visibility and usage trends</a:t>
          </a:r>
          <a:endParaRPr lang="en-US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300" kern="1200" dirty="0"/>
            <a:t>~ Better planning and decision-making</a:t>
          </a:r>
          <a:endParaRPr lang="en-US" sz="1300" kern="1200" dirty="0"/>
        </a:p>
      </dsp:txBody>
      <dsp:txXfrm>
        <a:off x="3999323" y="2531739"/>
        <a:ext cx="2556554" cy="440805"/>
      </dsp:txXfrm>
    </dsp:sp>
    <dsp:sp modelId="{50DEC890-DB04-4858-9A00-D1EABC0AF8E4}">
      <dsp:nvSpPr>
        <dsp:cNvPr id="0" name=""/>
        <dsp:cNvSpPr/>
      </dsp:nvSpPr>
      <dsp:spPr>
        <a:xfrm>
          <a:off x="8424788" y="822705"/>
          <a:ext cx="1101515" cy="11015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36AC3-0868-4517-BCE2-E914A133D886}">
      <dsp:nvSpPr>
        <dsp:cNvPr id="0" name=""/>
        <dsp:cNvSpPr/>
      </dsp:nvSpPr>
      <dsp:spPr>
        <a:xfrm>
          <a:off x="7401952" y="2016664"/>
          <a:ext cx="3147187" cy="472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700" b="1" kern="1200"/>
            <a:t>Company</a:t>
          </a:r>
          <a:endParaRPr lang="en-US" sz="1700" kern="1200"/>
        </a:p>
      </dsp:txBody>
      <dsp:txXfrm>
        <a:off x="7401952" y="2016664"/>
        <a:ext cx="3147187" cy="472078"/>
      </dsp:txXfrm>
    </dsp:sp>
    <dsp:sp modelId="{76851BFC-00F5-4074-A9C9-6F52E66857C1}">
      <dsp:nvSpPr>
        <dsp:cNvPr id="0" name=""/>
        <dsp:cNvSpPr/>
      </dsp:nvSpPr>
      <dsp:spPr>
        <a:xfrm>
          <a:off x="7560696" y="2531739"/>
          <a:ext cx="2829699" cy="440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300" kern="1200" dirty="0"/>
            <a:t>~ Reduced material waste and shortages</a:t>
          </a:r>
          <a:endParaRPr lang="en-US" sz="1300" kern="1200" dirty="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300" kern="1200" dirty="0"/>
            <a:t>~ Improved operational efficiency</a:t>
          </a:r>
          <a:endParaRPr lang="en-US" sz="1300" kern="1200" dirty="0"/>
        </a:p>
      </dsp:txBody>
      <dsp:txXfrm>
        <a:off x="7560696" y="2531739"/>
        <a:ext cx="2829699" cy="4408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15940-0653-4809-8846-CAC1EF188815}">
      <dsp:nvSpPr>
        <dsp:cNvPr id="0" name=""/>
        <dsp:cNvSpPr/>
      </dsp:nvSpPr>
      <dsp:spPr>
        <a:xfrm>
          <a:off x="918142" y="609690"/>
          <a:ext cx="1249293" cy="1249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15AC0-C7E7-4C22-9561-2C54234D4D5F}">
      <dsp:nvSpPr>
        <dsp:cNvPr id="0" name=""/>
        <dsp:cNvSpPr/>
      </dsp:nvSpPr>
      <dsp:spPr>
        <a:xfrm>
          <a:off x="154684" y="2206681"/>
          <a:ext cx="27762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Meeting &amp; emails with </a:t>
          </a:r>
          <a:r>
            <a:rPr lang="en-GB" sz="2300" kern="1200" dirty="0" err="1"/>
            <a:t>AlBa</a:t>
          </a:r>
          <a:r>
            <a:rPr lang="en-GB" sz="2300" kern="1200" dirty="0"/>
            <a:t> supervisor</a:t>
          </a:r>
          <a:endParaRPr lang="en-US" sz="2300" kern="1200" dirty="0"/>
        </a:p>
      </dsp:txBody>
      <dsp:txXfrm>
        <a:off x="154684" y="2206681"/>
        <a:ext cx="2776208" cy="720000"/>
      </dsp:txXfrm>
    </dsp:sp>
    <dsp:sp modelId="{AB2F749D-9F0F-47A0-9794-F8547B628A7A}">
      <dsp:nvSpPr>
        <dsp:cNvPr id="0" name=""/>
        <dsp:cNvSpPr/>
      </dsp:nvSpPr>
      <dsp:spPr>
        <a:xfrm>
          <a:off x="4180187" y="609690"/>
          <a:ext cx="1249293" cy="1249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7F4D6-C3CF-4518-AD64-9808FB03A8F2}">
      <dsp:nvSpPr>
        <dsp:cNvPr id="0" name=""/>
        <dsp:cNvSpPr/>
      </dsp:nvSpPr>
      <dsp:spPr>
        <a:xfrm>
          <a:off x="3416729" y="2206681"/>
          <a:ext cx="27762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Observation of current Excel-based system</a:t>
          </a:r>
          <a:endParaRPr lang="en-US" sz="2300" kern="1200"/>
        </a:p>
      </dsp:txBody>
      <dsp:txXfrm>
        <a:off x="3416729" y="2206681"/>
        <a:ext cx="2776208" cy="720000"/>
      </dsp:txXfrm>
    </dsp:sp>
    <dsp:sp modelId="{72E5EA34-F300-49C3-A6FE-6EDB9B24A24B}">
      <dsp:nvSpPr>
        <dsp:cNvPr id="0" name=""/>
        <dsp:cNvSpPr/>
      </dsp:nvSpPr>
      <dsp:spPr>
        <a:xfrm>
          <a:off x="7442232" y="609690"/>
          <a:ext cx="1249293" cy="1249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B5F27-77DC-437B-9746-29F0D0BF4B96}">
      <dsp:nvSpPr>
        <dsp:cNvPr id="0" name=""/>
        <dsp:cNvSpPr/>
      </dsp:nvSpPr>
      <dsp:spPr>
        <a:xfrm>
          <a:off x="6678774" y="2206681"/>
          <a:ext cx="277620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Review of similar inventory systems</a:t>
          </a:r>
          <a:endParaRPr lang="en-US" sz="2300" kern="1200"/>
        </a:p>
      </dsp:txBody>
      <dsp:txXfrm>
        <a:off x="6678774" y="2206681"/>
        <a:ext cx="2776208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43EAD-B8B7-4DB1-9883-908E0D5E9915}">
      <dsp:nvSpPr>
        <dsp:cNvPr id="0" name=""/>
        <dsp:cNvSpPr/>
      </dsp:nvSpPr>
      <dsp:spPr>
        <a:xfrm>
          <a:off x="955839" y="454952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CA754-DF77-47FE-A7CC-EE7942B5C62F}">
      <dsp:nvSpPr>
        <dsp:cNvPr id="0" name=""/>
        <dsp:cNvSpPr/>
      </dsp:nvSpPr>
      <dsp:spPr>
        <a:xfrm>
          <a:off x="554619" y="13675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Central SQL database for all records</a:t>
          </a:r>
          <a:endParaRPr lang="en-US" sz="1400" kern="1200"/>
        </a:p>
      </dsp:txBody>
      <dsp:txXfrm>
        <a:off x="554619" y="1367513"/>
        <a:ext cx="1458984" cy="583593"/>
      </dsp:txXfrm>
    </dsp:sp>
    <dsp:sp modelId="{5C9E175F-C191-4A10-80D3-D7C0ED3B0FBA}">
      <dsp:nvSpPr>
        <dsp:cNvPr id="0" name=""/>
        <dsp:cNvSpPr/>
      </dsp:nvSpPr>
      <dsp:spPr>
        <a:xfrm>
          <a:off x="2670146" y="454952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71F304-5C4D-44DD-A609-E6A05F90690D}">
      <dsp:nvSpPr>
        <dsp:cNvPr id="0" name=""/>
        <dsp:cNvSpPr/>
      </dsp:nvSpPr>
      <dsp:spPr>
        <a:xfrm>
          <a:off x="2268925" y="13675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Barcode-based stock withdrawal and restocking</a:t>
          </a:r>
          <a:endParaRPr lang="en-US" sz="1400" kern="1200" dirty="0"/>
        </a:p>
      </dsp:txBody>
      <dsp:txXfrm>
        <a:off x="2268925" y="1367513"/>
        <a:ext cx="1458984" cy="583593"/>
      </dsp:txXfrm>
    </dsp:sp>
    <dsp:sp modelId="{D9322BE2-DCD3-4905-A609-E55686FAFCD8}">
      <dsp:nvSpPr>
        <dsp:cNvPr id="0" name=""/>
        <dsp:cNvSpPr/>
      </dsp:nvSpPr>
      <dsp:spPr>
        <a:xfrm>
          <a:off x="4384453" y="454952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25C4C-C19A-4FC4-9F01-37C091320DE1}">
      <dsp:nvSpPr>
        <dsp:cNvPr id="0" name=""/>
        <dsp:cNvSpPr/>
      </dsp:nvSpPr>
      <dsp:spPr>
        <a:xfrm>
          <a:off x="3983232" y="13675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Real-time update of inventory levels</a:t>
          </a:r>
          <a:endParaRPr lang="en-US" sz="1400" kern="1200"/>
        </a:p>
      </dsp:txBody>
      <dsp:txXfrm>
        <a:off x="3983232" y="1367513"/>
        <a:ext cx="1458984" cy="583593"/>
      </dsp:txXfrm>
    </dsp:sp>
    <dsp:sp modelId="{4EEE00B2-5F2F-48F0-88F0-59447B4E2B9E}">
      <dsp:nvSpPr>
        <dsp:cNvPr id="0" name=""/>
        <dsp:cNvSpPr/>
      </dsp:nvSpPr>
      <dsp:spPr>
        <a:xfrm>
          <a:off x="6098759" y="454952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CAB53-C17A-45F0-9FAD-8605CF0E4F93}">
      <dsp:nvSpPr>
        <dsp:cNvPr id="0" name=""/>
        <dsp:cNvSpPr/>
      </dsp:nvSpPr>
      <dsp:spPr>
        <a:xfrm>
          <a:off x="5697538" y="13675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Transaction history and usage trends</a:t>
          </a:r>
          <a:endParaRPr lang="en-US" sz="1400" kern="1200" dirty="0"/>
        </a:p>
      </dsp:txBody>
      <dsp:txXfrm>
        <a:off x="5697538" y="1367513"/>
        <a:ext cx="1458984" cy="583593"/>
      </dsp:txXfrm>
    </dsp:sp>
    <dsp:sp modelId="{AB2A80BE-AA3C-4B46-AD7A-C65880BCD21D}">
      <dsp:nvSpPr>
        <dsp:cNvPr id="0" name=""/>
        <dsp:cNvSpPr/>
      </dsp:nvSpPr>
      <dsp:spPr>
        <a:xfrm>
          <a:off x="7813066" y="454952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79BFF-E53B-45F1-92CE-0A7DE29A65DD}">
      <dsp:nvSpPr>
        <dsp:cNvPr id="0" name=""/>
        <dsp:cNvSpPr/>
      </dsp:nvSpPr>
      <dsp:spPr>
        <a:xfrm>
          <a:off x="7411845" y="13675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Low-stock and overstock alerts</a:t>
          </a:r>
          <a:endParaRPr lang="en-US" sz="1400" kern="1200"/>
        </a:p>
      </dsp:txBody>
      <dsp:txXfrm>
        <a:off x="7411845" y="1367513"/>
        <a:ext cx="1458984" cy="583593"/>
      </dsp:txXfrm>
    </dsp:sp>
    <dsp:sp modelId="{9F6D973E-DC5C-4FB5-980B-DD9F893614DD}">
      <dsp:nvSpPr>
        <dsp:cNvPr id="0" name=""/>
        <dsp:cNvSpPr/>
      </dsp:nvSpPr>
      <dsp:spPr>
        <a:xfrm>
          <a:off x="1812993" y="2315853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A3ABF-4920-4BC5-B7C2-C9C2A6B45394}">
      <dsp:nvSpPr>
        <dsp:cNvPr id="0" name=""/>
        <dsp:cNvSpPr/>
      </dsp:nvSpPr>
      <dsp:spPr>
        <a:xfrm>
          <a:off x="1411772" y="32284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Add, edit and manage item categories</a:t>
          </a:r>
          <a:endParaRPr lang="en-US" sz="1400" kern="1200" dirty="0"/>
        </a:p>
      </dsp:txBody>
      <dsp:txXfrm>
        <a:off x="1411772" y="3228413"/>
        <a:ext cx="1458984" cy="583593"/>
      </dsp:txXfrm>
    </dsp:sp>
    <dsp:sp modelId="{2F3724F2-C2D6-4A3C-BBF9-7150E8544654}">
      <dsp:nvSpPr>
        <dsp:cNvPr id="0" name=""/>
        <dsp:cNvSpPr/>
      </dsp:nvSpPr>
      <dsp:spPr>
        <a:xfrm>
          <a:off x="3527299" y="2315853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C151F-2F1A-4736-9273-ADE3E32FA861}">
      <dsp:nvSpPr>
        <dsp:cNvPr id="0" name=""/>
        <dsp:cNvSpPr/>
      </dsp:nvSpPr>
      <dsp:spPr>
        <a:xfrm>
          <a:off x="3126078" y="32284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Search by item name or category</a:t>
          </a:r>
          <a:endParaRPr lang="en-US" sz="1400" kern="1200"/>
        </a:p>
      </dsp:txBody>
      <dsp:txXfrm>
        <a:off x="3126078" y="3228413"/>
        <a:ext cx="1458984" cy="583593"/>
      </dsp:txXfrm>
    </dsp:sp>
    <dsp:sp modelId="{A60A5FA8-67CE-42AD-B320-0D9E08868AC5}">
      <dsp:nvSpPr>
        <dsp:cNvPr id="0" name=""/>
        <dsp:cNvSpPr/>
      </dsp:nvSpPr>
      <dsp:spPr>
        <a:xfrm>
          <a:off x="5241606" y="2315853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9FF76-61F0-4BDF-9098-0388202A004E}">
      <dsp:nvSpPr>
        <dsp:cNvPr id="0" name=""/>
        <dsp:cNvSpPr/>
      </dsp:nvSpPr>
      <dsp:spPr>
        <a:xfrm>
          <a:off x="4840385" y="32284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Track items sent for repair</a:t>
          </a:r>
          <a:endParaRPr lang="en-US" sz="1400" kern="1200" dirty="0"/>
        </a:p>
      </dsp:txBody>
      <dsp:txXfrm>
        <a:off x="4840385" y="3228413"/>
        <a:ext cx="1458984" cy="583593"/>
      </dsp:txXfrm>
    </dsp:sp>
    <dsp:sp modelId="{0AEF06D0-B0A1-4F7D-AF23-E0508D8B6750}">
      <dsp:nvSpPr>
        <dsp:cNvPr id="0" name=""/>
        <dsp:cNvSpPr/>
      </dsp:nvSpPr>
      <dsp:spPr>
        <a:xfrm>
          <a:off x="6955912" y="2315853"/>
          <a:ext cx="656542" cy="65654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B5E31-5EB1-4C84-9D4B-A02292864B10}">
      <dsp:nvSpPr>
        <dsp:cNvPr id="0" name=""/>
        <dsp:cNvSpPr/>
      </dsp:nvSpPr>
      <dsp:spPr>
        <a:xfrm>
          <a:off x="6554692" y="3228413"/>
          <a:ext cx="1458984" cy="583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Allow stock reservation for planned maintenance jobs</a:t>
          </a:r>
          <a:endParaRPr lang="en-US" sz="1400" kern="1200" dirty="0"/>
        </a:p>
      </dsp:txBody>
      <dsp:txXfrm>
        <a:off x="6554692" y="3228413"/>
        <a:ext cx="1458984" cy="5835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B92C9-2474-4363-899E-640E1F7382B7}">
      <dsp:nvSpPr>
        <dsp:cNvPr id="0" name=""/>
        <dsp:cNvSpPr/>
      </dsp:nvSpPr>
      <dsp:spPr>
        <a:xfrm>
          <a:off x="435884" y="572372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2087D-E32D-4D6B-B845-8DA0A129EE3F}">
      <dsp:nvSpPr>
        <dsp:cNvPr id="0" name=""/>
        <dsp:cNvSpPr/>
      </dsp:nvSpPr>
      <dsp:spPr>
        <a:xfrm>
          <a:off x="826" y="157267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Usability: Easy to use for non-technical staff</a:t>
          </a:r>
        </a:p>
      </dsp:txBody>
      <dsp:txXfrm>
        <a:off x="826" y="1572676"/>
        <a:ext cx="1582031" cy="632812"/>
      </dsp:txXfrm>
    </dsp:sp>
    <dsp:sp modelId="{B702E9EB-9127-4373-9CA2-566E192D639A}">
      <dsp:nvSpPr>
        <dsp:cNvPr id="0" name=""/>
        <dsp:cNvSpPr/>
      </dsp:nvSpPr>
      <dsp:spPr>
        <a:xfrm>
          <a:off x="2294771" y="572372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F4F4B-481D-4435-9E0C-5B159A46503A}">
      <dsp:nvSpPr>
        <dsp:cNvPr id="0" name=""/>
        <dsp:cNvSpPr/>
      </dsp:nvSpPr>
      <dsp:spPr>
        <a:xfrm>
          <a:off x="1859713" y="157267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Performance: Fast, real-time data updates</a:t>
          </a:r>
        </a:p>
      </dsp:txBody>
      <dsp:txXfrm>
        <a:off x="1859713" y="1572676"/>
        <a:ext cx="1582031" cy="632812"/>
      </dsp:txXfrm>
    </dsp:sp>
    <dsp:sp modelId="{B09F78F7-9E12-43F7-BDC0-8939C45629BD}">
      <dsp:nvSpPr>
        <dsp:cNvPr id="0" name=""/>
        <dsp:cNvSpPr/>
      </dsp:nvSpPr>
      <dsp:spPr>
        <a:xfrm>
          <a:off x="4153658" y="572372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059780-896A-494E-A02A-D19C79A9EE35}">
      <dsp:nvSpPr>
        <dsp:cNvPr id="0" name=""/>
        <dsp:cNvSpPr/>
      </dsp:nvSpPr>
      <dsp:spPr>
        <a:xfrm>
          <a:off x="3718599" y="157267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Maintainability: Simple to update and fix</a:t>
          </a:r>
        </a:p>
      </dsp:txBody>
      <dsp:txXfrm>
        <a:off x="3718599" y="1572676"/>
        <a:ext cx="1582031" cy="632812"/>
      </dsp:txXfrm>
    </dsp:sp>
    <dsp:sp modelId="{F220E9E8-34BD-4B75-A8CF-0D89B0523874}">
      <dsp:nvSpPr>
        <dsp:cNvPr id="0" name=""/>
        <dsp:cNvSpPr/>
      </dsp:nvSpPr>
      <dsp:spPr>
        <a:xfrm>
          <a:off x="6012545" y="572372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F93FE-C40C-48AF-AE6C-986245586D48}">
      <dsp:nvSpPr>
        <dsp:cNvPr id="0" name=""/>
        <dsp:cNvSpPr/>
      </dsp:nvSpPr>
      <dsp:spPr>
        <a:xfrm>
          <a:off x="5577486" y="157267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Scalability: Grows with more stores and inventory</a:t>
          </a:r>
        </a:p>
      </dsp:txBody>
      <dsp:txXfrm>
        <a:off x="5577486" y="1572676"/>
        <a:ext cx="1582031" cy="632812"/>
      </dsp:txXfrm>
    </dsp:sp>
    <dsp:sp modelId="{BD7DE4DF-6F88-46CF-A04C-5DEECBC2BA1A}">
      <dsp:nvSpPr>
        <dsp:cNvPr id="0" name=""/>
        <dsp:cNvSpPr/>
      </dsp:nvSpPr>
      <dsp:spPr>
        <a:xfrm>
          <a:off x="435884" y="2600996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F9681-28E1-4DF1-9604-6DD186D84979}">
      <dsp:nvSpPr>
        <dsp:cNvPr id="0" name=""/>
        <dsp:cNvSpPr/>
      </dsp:nvSpPr>
      <dsp:spPr>
        <a:xfrm>
          <a:off x="826" y="360129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Reliability: Accurate stock tracking</a:t>
          </a:r>
        </a:p>
      </dsp:txBody>
      <dsp:txXfrm>
        <a:off x="826" y="3601299"/>
        <a:ext cx="1582031" cy="632812"/>
      </dsp:txXfrm>
    </dsp:sp>
    <dsp:sp modelId="{1FF9FF01-CA26-40E7-9AB4-23DB44037590}">
      <dsp:nvSpPr>
        <dsp:cNvPr id="0" name=""/>
        <dsp:cNvSpPr/>
      </dsp:nvSpPr>
      <dsp:spPr>
        <a:xfrm>
          <a:off x="2294771" y="2600996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B10CD-77BD-4D59-AB9A-B9E802E667A7}">
      <dsp:nvSpPr>
        <dsp:cNvPr id="0" name=""/>
        <dsp:cNvSpPr/>
      </dsp:nvSpPr>
      <dsp:spPr>
        <a:xfrm>
          <a:off x="1859713" y="360129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Security: Safe and secure data storage</a:t>
          </a:r>
        </a:p>
      </dsp:txBody>
      <dsp:txXfrm>
        <a:off x="1859713" y="3601299"/>
        <a:ext cx="1582031" cy="632812"/>
      </dsp:txXfrm>
    </dsp:sp>
    <dsp:sp modelId="{8F2B82D4-A63F-40B9-82F4-895BF8833314}">
      <dsp:nvSpPr>
        <dsp:cNvPr id="0" name=""/>
        <dsp:cNvSpPr/>
      </dsp:nvSpPr>
      <dsp:spPr>
        <a:xfrm>
          <a:off x="4153658" y="2600996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3DFB7-A0DE-4FC0-AA0A-CB538F4931BD}">
      <dsp:nvSpPr>
        <dsp:cNvPr id="0" name=""/>
        <dsp:cNvSpPr/>
      </dsp:nvSpPr>
      <dsp:spPr>
        <a:xfrm>
          <a:off x="3718599" y="360129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Auditability: All actions fully traceable</a:t>
          </a:r>
        </a:p>
      </dsp:txBody>
      <dsp:txXfrm>
        <a:off x="3718599" y="3601299"/>
        <a:ext cx="1582031" cy="632812"/>
      </dsp:txXfrm>
    </dsp:sp>
    <dsp:sp modelId="{13A6B5ED-2064-49C5-9062-AC156C5CC375}">
      <dsp:nvSpPr>
        <dsp:cNvPr id="0" name=""/>
        <dsp:cNvSpPr/>
      </dsp:nvSpPr>
      <dsp:spPr>
        <a:xfrm>
          <a:off x="6012545" y="2600996"/>
          <a:ext cx="711914" cy="711914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6E4EA-39C0-4648-B44B-84819708EF62}">
      <dsp:nvSpPr>
        <dsp:cNvPr id="0" name=""/>
        <dsp:cNvSpPr/>
      </dsp:nvSpPr>
      <dsp:spPr>
        <a:xfrm>
          <a:off x="5577486" y="360129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Offline Capability: Scan offline, sync later</a:t>
          </a:r>
        </a:p>
      </dsp:txBody>
      <dsp:txXfrm>
        <a:off x="5577486" y="3601299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138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5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354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A5F8-FC9F-E430-12D4-0D38B8A4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56734-7D2A-44CE-C161-AC0669691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C8C1C3-CAE6-3AFE-2240-CED3E03E0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12359-D609-B461-C30C-876DB3611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42F3-CDD5-4B19-B3DB-7C5223465AF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47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53399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05BFA754-D5C3-4E66-96A6-867B257F58DC}" type="datetimeFigureOut">
              <a:rPr lang="en-US" smtClean="0"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6549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128105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83834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25184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02990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6291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25663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56423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13441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81624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378085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2" y="804427"/>
            <a:ext cx="9609666" cy="1405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5400" b="1" dirty="0"/>
            </a:lvl1pPr>
          </a:lstStyle>
          <a:p>
            <a:pPr marL="0" lvl="0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399" y="2209894"/>
            <a:ext cx="9609668" cy="406159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020503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48216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17-Jun-26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63427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rgbClr val="FBDD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52C97A-9A25-A6AD-CD4D-AB8C51D5BE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77236" y="6008721"/>
            <a:ext cx="639618" cy="365125"/>
          </a:xfrm>
          <a:prstGeom prst="rect">
            <a:avLst/>
          </a:prstGeom>
        </p:spPr>
        <p:txBody>
          <a:bodyPr/>
          <a:lstStyle/>
          <a:p>
            <a:fld id="{0CCB310F-4D57-4241-8BA1-714484B844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75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052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302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sv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0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 userDrawn="1"/>
        </p:nvPicPr>
        <p:blipFill>
          <a:blip r:embed="rId20">
            <a:alphaModFix amt="96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65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90" t="4446" r="3659" b="5941"/>
          <a:stretch>
            <a:fillRect/>
          </a:stretch>
        </p:blipFill>
        <p:spPr>
          <a:xfrm>
            <a:off x="158604" y="212560"/>
            <a:ext cx="11874792" cy="64328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1" y="2724929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1056828"/>
            <a:ext cx="9601196" cy="1444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A2220F3-1A7E-4CE6-6545-D44AA0086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32D01A6-5B32-8CB9-B420-60CB1F73B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B36014-FACD-9E19-4A9C-56048118F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9EEEC00-4FD5-B6DE-526A-473EBED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6FECCAE-7F63-570C-F2D0-79A94067F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312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52" r:id="rId18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48" y="2984934"/>
            <a:ext cx="10943302" cy="888133"/>
          </a:xfrm>
        </p:spPr>
        <p:txBody>
          <a:bodyPr>
            <a:normAutofit/>
          </a:bodyPr>
          <a:lstStyle/>
          <a:p>
            <a:r>
              <a:rPr lang="en-US" sz="6500" dirty="0">
                <a:solidFill>
                  <a:schemeClr val="tx1">
                    <a:lumMod val="50000"/>
                  </a:schemeClr>
                </a:solidFill>
              </a:rPr>
              <a:t>Smart Inventory Tracking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C212EC8-D229-81E0-8A8C-3E1DB9F5FADF}"/>
              </a:ext>
            </a:extLst>
          </p:cNvPr>
          <p:cNvSpPr txBox="1">
            <a:spLocks/>
          </p:cNvSpPr>
          <p:nvPr/>
        </p:nvSpPr>
        <p:spPr>
          <a:xfrm>
            <a:off x="844459" y="5345593"/>
            <a:ext cx="4013789" cy="1129452"/>
          </a:xfrm>
          <a:prstGeom prst="rect">
            <a:avLst/>
          </a:prstGeom>
        </p:spPr>
        <p:txBody>
          <a:bodyPr anchor="b" anchorCtr="0"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Student ID: 6220354</a:t>
            </a:r>
          </a:p>
          <a:p>
            <a:pPr marL="0" indent="0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Name: Maheen Muhammad Zafeer</a:t>
            </a:r>
          </a:p>
          <a:p>
            <a:pPr marL="0" indent="0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Supervisor: Dr. Mohammad Riyaz Belgaum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DBCC32F-2112-5D64-5CB6-3E50B64A346B}"/>
              </a:ext>
            </a:extLst>
          </p:cNvPr>
          <p:cNvSpPr txBox="1">
            <a:spLocks/>
          </p:cNvSpPr>
          <p:nvPr/>
        </p:nvSpPr>
        <p:spPr>
          <a:xfrm>
            <a:off x="3114826" y="790765"/>
            <a:ext cx="5755867" cy="1113520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Arab Open University – Bahrain</a:t>
            </a:r>
          </a:p>
          <a:p>
            <a:pPr marL="0" indent="0" algn="ctr">
              <a:buNone/>
            </a:pPr>
            <a:r>
              <a:rPr lang="en-US" sz="2800" dirty="0"/>
              <a:t>Faculty of </a:t>
            </a:r>
            <a:r>
              <a:rPr lang="en-US" sz="2800" dirty="0">
                <a:solidFill>
                  <a:schemeClr val="tx1"/>
                </a:solidFill>
              </a:rPr>
              <a:t>Computer</a:t>
            </a:r>
            <a:r>
              <a:rPr lang="en-US" sz="2800" dirty="0"/>
              <a:t> Studies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68D1CB23-43BF-3EFE-3136-7C07B22C73D1}"/>
              </a:ext>
            </a:extLst>
          </p:cNvPr>
          <p:cNvSpPr txBox="1">
            <a:spLocks/>
          </p:cNvSpPr>
          <p:nvPr/>
        </p:nvSpPr>
        <p:spPr>
          <a:xfrm>
            <a:off x="1997406" y="3794411"/>
            <a:ext cx="7990708" cy="503404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dirty="0"/>
              <a:t>Inventory Management for Satellite Store at </a:t>
            </a:r>
            <a:r>
              <a:rPr lang="en-US" sz="2100" dirty="0" err="1"/>
              <a:t>AlBa</a:t>
            </a:r>
            <a:endParaRPr lang="en-US" sz="21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9FC4CEA-C7D1-61C8-6D2E-270126279455}"/>
              </a:ext>
            </a:extLst>
          </p:cNvPr>
          <p:cNvSpPr txBox="1">
            <a:spLocks/>
          </p:cNvSpPr>
          <p:nvPr/>
        </p:nvSpPr>
        <p:spPr>
          <a:xfrm>
            <a:off x="7333754" y="5345593"/>
            <a:ext cx="4013789" cy="1129452"/>
          </a:xfrm>
          <a:prstGeom prst="rect">
            <a:avLst/>
          </a:prstGeom>
        </p:spPr>
        <p:txBody>
          <a:bodyPr anchor="b" anchorCtr="0"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Smart Inventory Tracking</a:t>
            </a:r>
          </a:p>
          <a:p>
            <a:pPr marL="0" indent="0" algn="r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Satellite Store</a:t>
            </a:r>
          </a:p>
          <a:p>
            <a:pPr marL="0" indent="0" algn="r">
              <a:buSzPct val="111000"/>
              <a:buNone/>
            </a:pPr>
            <a:r>
              <a:rPr lang="en-US" sz="1500" dirty="0">
                <a:solidFill>
                  <a:schemeClr val="tx1"/>
                </a:solidFill>
              </a:rPr>
              <a:t>AlBa</a:t>
            </a:r>
          </a:p>
        </p:txBody>
      </p: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C73B92BC-AD80-2DBF-3251-6293794FA7EF}"/>
              </a:ext>
            </a:extLst>
          </p:cNvPr>
          <p:cNvSpPr txBox="1"/>
          <p:nvPr/>
        </p:nvSpPr>
        <p:spPr>
          <a:xfrm>
            <a:off x="3055172" y="3124661"/>
            <a:ext cx="6110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/>
            </a:br>
            <a:endParaRPr lang="en-US" dirty="0"/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0BAFF2D8-A2DB-8307-044B-5F69514C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~ Agenda ~</a:t>
            </a:r>
          </a:p>
        </p:txBody>
      </p:sp>
      <p:graphicFrame>
        <p:nvGraphicFramePr>
          <p:cNvPr id="39" name="Text Placeholder 33">
            <a:extLst>
              <a:ext uri="{FF2B5EF4-FFF2-40B4-BE49-F238E27FC236}">
                <a16:creationId xmlns:a16="http://schemas.microsoft.com/office/drawing/2014/main" id="{FDCE3B2F-0BAF-7D78-9371-7D77DC9A5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2603709"/>
              </p:ext>
            </p:extLst>
          </p:nvPr>
        </p:nvGraphicFramePr>
        <p:xfrm>
          <a:off x="1051823" y="2250120"/>
          <a:ext cx="10088353" cy="3462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591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6D33D-8B04-2F88-DC37-326A337C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DF63638D-3BB4-1694-EEFD-D50FD9C3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~ Introduction ~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4A76C5-2DA0-F1F3-9BB9-2B1651657EB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5399" y="2209894"/>
            <a:ext cx="9609668" cy="4061597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Maintenance stores manage large numbers of tools.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Many stores still use Excel or handwritten inventory records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Manual tracking leads to errors and inefficiency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real-time visibility of inventory levels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Poor visibility causes stock shortages and overstocking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 consuming and difficult to manage large inventories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Missing data and duplicated entries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Can cause delays in maintenance operations</a:t>
            </a:r>
          </a:p>
        </p:txBody>
      </p:sp>
    </p:spTree>
    <p:extLst>
      <p:ext uri="{BB962C8B-B14F-4D97-AF65-F5344CB8AC3E}">
        <p14:creationId xmlns:p14="http://schemas.microsoft.com/office/powerpoint/2010/main" val="38737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C903B139-B676-9E7E-D3D7-D1B180E3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~ Project Aims ~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A88E28E-79DA-927D-4F01-4EA89612618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Develop a smart, digital system to replace manual inventory tracking for a single store in AlBa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Monitor material movement and stock levels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Improve accuracy, efficiency and visibility of store inventory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Support better planning and cost reduction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7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1D17-0CED-EA82-8E4A-2CEF069D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A857D33-C727-BFB4-56C5-4A764FAB2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~ Research Findings ~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3CDC05-9E79-25FD-AAB3-BAE0F6886E0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Many small stores still rely on spreadsheets – lack automation, alerts and dashboards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Many smart inventory tracking systems share core features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Real-time Updates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Barcode Scanning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Low-Stock Alerts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Centralised Logs</a:t>
            </a:r>
          </a:p>
        </p:txBody>
      </p:sp>
    </p:spTree>
    <p:extLst>
      <p:ext uri="{BB962C8B-B14F-4D97-AF65-F5344CB8AC3E}">
        <p14:creationId xmlns:p14="http://schemas.microsoft.com/office/powerpoint/2010/main" val="414417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6872A-D71B-6B7F-49FA-FF0EA7E9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6206A7D-B913-F4EC-B1B2-89ABE8EA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~ Research Findings ~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4EE8BBA-B6A0-6456-4437-3D95BE1D6CD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Existing systems focus on large-scale or retail environments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ERP systems (e.g., Odoo) are complex and costly for single stores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Fully integrated with accounting, sales and manufacturing modules.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Includes complex stock valuation methods and advanced warehouse routing.</a:t>
            </a:r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Large-scale architecture, advanced workflow management, higher technical setup requirements.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Need for a simple, low-cost system for single maintenance stores</a:t>
            </a:r>
          </a:p>
        </p:txBody>
      </p:sp>
    </p:spTree>
    <p:extLst>
      <p:ext uri="{BB962C8B-B14F-4D97-AF65-F5344CB8AC3E}">
        <p14:creationId xmlns:p14="http://schemas.microsoft.com/office/powerpoint/2010/main" val="3497406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BBC6-1351-7CBF-5B39-07C06565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CD676C5F-56C9-E001-9EB9-BD2F7A912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~ Suggested Solution ~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83E768B-709A-78AA-48A5-8F07E06C426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Smart Inventory Tracking System with barcode scanning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Central SQL database for accurate transaction logging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Real-time stock updates for withdrawals and restocking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Automated alerts for low or overstock situations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Dashboard with usage trends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Simple, user-friendly interface with minimal IT dependency</a:t>
            </a:r>
          </a:p>
        </p:txBody>
      </p:sp>
    </p:spTree>
    <p:extLst>
      <p:ext uri="{BB962C8B-B14F-4D97-AF65-F5344CB8AC3E}">
        <p14:creationId xmlns:p14="http://schemas.microsoft.com/office/powerpoint/2010/main" val="62442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52B72-4169-B4EB-10A4-F1F816B4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69B9B5C-64B0-ED4A-F4CE-778F1CFA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~ Target Users ~</a:t>
            </a:r>
          </a:p>
        </p:txBody>
      </p:sp>
      <p:graphicFrame>
        <p:nvGraphicFramePr>
          <p:cNvPr id="19" name="Text Placeholder 16">
            <a:extLst>
              <a:ext uri="{FF2B5EF4-FFF2-40B4-BE49-F238E27FC236}">
                <a16:creationId xmlns:a16="http://schemas.microsoft.com/office/drawing/2014/main" id="{111D355A-DD84-D116-CE9E-7D84F890AF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2091216"/>
              </p:ext>
            </p:extLst>
          </p:nvPr>
        </p:nvGraphicFramePr>
        <p:xfrm>
          <a:off x="1007534" y="2241756"/>
          <a:ext cx="10555202" cy="3795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52468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11CF-4F74-AD8E-21D3-843B0563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A551F38-7025-3081-92BC-CED7662A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~ Requirement Elicitation ~</a:t>
            </a:r>
          </a:p>
        </p:txBody>
      </p:sp>
      <p:graphicFrame>
        <p:nvGraphicFramePr>
          <p:cNvPr id="21" name="Text Placeholder 16">
            <a:extLst>
              <a:ext uri="{FF2B5EF4-FFF2-40B4-BE49-F238E27FC236}">
                <a16:creationId xmlns:a16="http://schemas.microsoft.com/office/drawing/2014/main" id="{D710B5C6-823D-21CA-9889-A5CC3736B8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344200"/>
              </p:ext>
            </p:extLst>
          </p:nvPr>
        </p:nvGraphicFramePr>
        <p:xfrm>
          <a:off x="1295399" y="2521527"/>
          <a:ext cx="9609668" cy="3536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92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52369-B04C-C2C9-51B5-5614C2F35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A11AE03E-A139-0CA5-BAE2-173FA8B0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~ </a:t>
            </a:r>
            <a:r>
              <a:rPr lang="en-GB" dirty="0"/>
              <a:t>Functional Requirements </a:t>
            </a:r>
            <a:r>
              <a:rPr lang="en-US" dirty="0"/>
              <a:t>~</a:t>
            </a:r>
          </a:p>
        </p:txBody>
      </p:sp>
      <p:graphicFrame>
        <p:nvGraphicFramePr>
          <p:cNvPr id="19" name="Text Placeholder 16">
            <a:extLst>
              <a:ext uri="{FF2B5EF4-FFF2-40B4-BE49-F238E27FC236}">
                <a16:creationId xmlns:a16="http://schemas.microsoft.com/office/drawing/2014/main" id="{D6C29C33-791D-62A9-1E9E-96FB10000C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922307"/>
              </p:ext>
            </p:extLst>
          </p:nvPr>
        </p:nvGraphicFramePr>
        <p:xfrm>
          <a:off x="1379040" y="2032912"/>
          <a:ext cx="9425449" cy="4266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8207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A710-6CFC-6208-4A97-590C7112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DF442C4-3B81-F9C6-BB58-26E95784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~ Non </a:t>
            </a:r>
            <a:r>
              <a:rPr lang="en-GB" dirty="0"/>
              <a:t>Functional Requirements </a:t>
            </a:r>
            <a:r>
              <a:rPr lang="en-US" dirty="0"/>
              <a:t>~</a:t>
            </a: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95FDFA87-0B60-D238-68BE-AE313358A3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951936"/>
              </p:ext>
            </p:extLst>
          </p:nvPr>
        </p:nvGraphicFramePr>
        <p:xfrm>
          <a:off x="2511593" y="1841456"/>
          <a:ext cx="7160344" cy="4806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993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C286-B35A-B9A0-A5E2-06D1E6EB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238B263-480B-DCCF-73E8-69D9CB81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~ Software Development Model ~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7EC6D8E-5D7E-52C3-BC9A-ADC39D9820F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95399" y="2064774"/>
            <a:ext cx="9609668" cy="4206717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Agile development methodology – Advantages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Incremental Delivery – System developed in small iterative modules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Feedback Based Development – Continuous feedback from store staff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Flexibility – Allows changes during development (requirements evolve)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Early detection of issues – Continuous testing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GB" dirty="0"/>
              <a:t>Risk reduction – Reduces risk of errors and improves usability</a:t>
            </a:r>
          </a:p>
        </p:txBody>
      </p:sp>
    </p:spTree>
    <p:extLst>
      <p:ext uri="{BB962C8B-B14F-4D97-AF65-F5344CB8AC3E}">
        <p14:creationId xmlns:p14="http://schemas.microsoft.com/office/powerpoint/2010/main" val="379344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F250-29BA-1883-398B-2EDBBB25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7B47-640F-EE03-DE8E-41D5A8F7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" y="2831690"/>
            <a:ext cx="11198942" cy="1194619"/>
          </a:xfrm>
        </p:spPr>
        <p:txBody>
          <a:bodyPr>
            <a:normAutofit/>
          </a:bodyPr>
          <a:lstStyle/>
          <a:p>
            <a:r>
              <a:rPr lang="en-GB" dirty="0"/>
              <a:t>~ Analysis &amp; Design Diagrams ~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57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E617-C72F-8AF9-9E92-F805EBB0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2A17-8A3A-CE24-94E1-F96957FC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644013"/>
            <a:ext cx="9609666" cy="1194619"/>
          </a:xfrm>
        </p:spPr>
        <p:txBody>
          <a:bodyPr>
            <a:normAutofit/>
          </a:bodyPr>
          <a:lstStyle/>
          <a:p>
            <a:r>
              <a:rPr lang="en-GB" dirty="0"/>
              <a:t>~ Use Case Diagram ~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E4AB1A-FF99-822F-5D30-692864D3A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78406" y="1757430"/>
            <a:ext cx="8635188" cy="459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7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7D0BFD-E268-B156-1D40-304CA4EA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63019" y="577009"/>
            <a:ext cx="4065962" cy="582061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804FBE3-EBDC-8427-BBDE-94F682EB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Activity Diagram – Withdrawal Updates ~</a:t>
            </a:r>
          </a:p>
        </p:txBody>
      </p:sp>
    </p:spTree>
    <p:extLst>
      <p:ext uri="{BB962C8B-B14F-4D97-AF65-F5344CB8AC3E}">
        <p14:creationId xmlns:p14="http://schemas.microsoft.com/office/powerpoint/2010/main" val="76777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B481-FF15-61E9-E20D-D546983B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4E4CB9-BF01-0346-D534-A6410408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Activity Diagram – Ordering Stocks ~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1D7B07-A175-04DC-04FD-ACEB12F1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60572" y="591203"/>
            <a:ext cx="4070856" cy="577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92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1A3A-7869-6BAE-3927-3542961AE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E43BB7-D09F-1782-65E9-B491E9E2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Activity Diagram – Restocking Updates ~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CED293-5B5A-C5AE-5479-428004F5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93489" y="535429"/>
            <a:ext cx="5005022" cy="588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77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F1B9-454D-D6E9-0979-0F94AE38D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D88255-6003-5197-3E14-D7CDCB34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Activity Diagram – Items Repair Workflow ~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55A9A0-0EA0-7F89-1F34-DB92EAD257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35399" y="530314"/>
            <a:ext cx="5321202" cy="58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21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33B8-7AB9-61C4-96C2-3DFD1CCA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BCB24B-BC12-0C20-1509-AF7A1940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Entity Relationship Diagram ~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10920-51C8-E5DA-6298-BBDF3F588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08163" y="520954"/>
            <a:ext cx="4575672" cy="5934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E5DCC4-AC46-13E5-395C-3E2EC93BEA7C}"/>
              </a:ext>
            </a:extLst>
          </p:cNvPr>
          <p:cNvSpPr txBox="1"/>
          <p:nvPr/>
        </p:nvSpPr>
        <p:spPr>
          <a:xfrm>
            <a:off x="786580" y="3701974"/>
            <a:ext cx="1278194" cy="478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300"/>
              </a:spcBef>
              <a:spcAft>
                <a:spcPts val="400"/>
              </a:spcAft>
            </a:pPr>
            <a:r>
              <a:rPr lang="en-GB" sz="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Role includes Storekeeper, Maintenance Engineer and Inventory Manager.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5CB1D-F06A-DF09-5F51-BAE07B124757}"/>
              </a:ext>
            </a:extLst>
          </p:cNvPr>
          <p:cNvSpPr txBox="1"/>
          <p:nvPr/>
        </p:nvSpPr>
        <p:spPr>
          <a:xfrm>
            <a:off x="9981738" y="3487991"/>
            <a:ext cx="1165122" cy="478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300"/>
              </a:spcBef>
              <a:spcAft>
                <a:spcPts val="400"/>
              </a:spcAft>
            </a:pPr>
            <a:r>
              <a:rPr lang="en-GB" sz="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Category includes Mechanical, Electrical and Instrumentation</a:t>
            </a:r>
            <a:endParaRPr lang="en-US" sz="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1BAE7-1C02-CA5D-EA2C-48D5F7600350}"/>
              </a:ext>
            </a:extLst>
          </p:cNvPr>
          <p:cNvSpPr txBox="1"/>
          <p:nvPr/>
        </p:nvSpPr>
        <p:spPr>
          <a:xfrm>
            <a:off x="786580" y="4581974"/>
            <a:ext cx="1561331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Bef>
                <a:spcPts val="300"/>
              </a:spcBef>
            </a:pPr>
            <a:r>
              <a:rPr lang="en-US" sz="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Maintenance_Role</a:t>
            </a:r>
            <a:r>
              <a:rPr lang="en-US" sz="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includes Maintenance, Electrical or Instrumentation. 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400"/>
              </a:spcAft>
            </a:pPr>
            <a:r>
              <a:rPr lang="en-US" sz="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Position includes Technician Grade 5, Technician Grade 6, Technician Grade 7 and Maintenance Supervisor.</a:t>
            </a:r>
            <a:endParaRPr lang="en-US" sz="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07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8177-6E88-1BBE-7662-F0A841E7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8681BA-2CDA-9443-22F6-9C516D4F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Database Design~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20FDD-FF1A-AFD2-F25A-644FBD74B0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51522" y="555410"/>
            <a:ext cx="7488955" cy="58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93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5FF81-2C38-9635-1C9A-C3572A21C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25F2EF-E6F8-99B2-D293-DD3F6D1F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Design Diagram – State Diagram ~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05DC71-449C-8A22-697A-563DFC05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85786" y="615075"/>
            <a:ext cx="6420426" cy="57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95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B925-C048-D258-AFE6-613388F5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F71C5-36D9-5349-68EC-FDEE748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619"/>
          </a:xfrm>
        </p:spPr>
        <p:txBody>
          <a:bodyPr>
            <a:noAutofit/>
          </a:bodyPr>
          <a:lstStyle/>
          <a:p>
            <a:r>
              <a:rPr lang="en-US" sz="2000" dirty="0"/>
              <a:t>~ Design Diagram – Data Flow Diagram ~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0C48AF-F410-E0BE-DF4B-87B4C26C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51234" y="717494"/>
            <a:ext cx="6689531" cy="556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18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DC12-B16C-FFFA-EF63-8326B8B5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66C9-5E3B-43D1-503D-4E6AB530D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39" y="881807"/>
            <a:ext cx="11176922" cy="509438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694753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Custom 8">
      <a:dk1>
        <a:srgbClr val="0F0F0F"/>
      </a:dk1>
      <a:lt1>
        <a:srgbClr val="FFFFFF"/>
      </a:lt1>
      <a:dk2>
        <a:srgbClr val="A5846F"/>
      </a:dk2>
      <a:lt2>
        <a:srgbClr val="D7C8BF"/>
      </a:lt2>
      <a:accent1>
        <a:srgbClr val="B29684"/>
      </a:accent1>
      <a:accent2>
        <a:srgbClr val="FED9CA"/>
      </a:accent2>
      <a:accent3>
        <a:srgbClr val="CDB4DB"/>
      </a:accent3>
      <a:accent4>
        <a:srgbClr val="FFC9C9"/>
      </a:accent4>
      <a:accent5>
        <a:srgbClr val="CDDDD9"/>
      </a:accent5>
      <a:accent6>
        <a:srgbClr val="968C8C"/>
      </a:accent6>
      <a:hlink>
        <a:srgbClr val="F7B615"/>
      </a:hlink>
      <a:folHlink>
        <a:srgbClr val="70440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661</Words>
  <Application>Microsoft Office PowerPoint</Application>
  <PresentationFormat>Widescreen</PresentationFormat>
  <Paragraphs>115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Garamond</vt:lpstr>
      <vt:lpstr>Times New Roman</vt:lpstr>
      <vt:lpstr>Wingdings</vt:lpstr>
      <vt:lpstr>Organic</vt:lpstr>
      <vt:lpstr>Smart Inventory Tracking</vt:lpstr>
      <vt:lpstr>~ Agenda ~</vt:lpstr>
      <vt:lpstr>~ Introduction ~</vt:lpstr>
      <vt:lpstr>~ Project Aims ~</vt:lpstr>
      <vt:lpstr>~ Research Findings ~</vt:lpstr>
      <vt:lpstr>~ Research Findings ~</vt:lpstr>
      <vt:lpstr>~ Suggested Solution ~</vt:lpstr>
      <vt:lpstr>~ Target Users ~</vt:lpstr>
      <vt:lpstr>~ Requirement Elicitation ~</vt:lpstr>
      <vt:lpstr>~ Functional Requirements ~</vt:lpstr>
      <vt:lpstr>~ Non Functional Requirements ~</vt:lpstr>
      <vt:lpstr>~ Software Development Model ~</vt:lpstr>
      <vt:lpstr>~ Analysis &amp; Design Diagrams ~</vt:lpstr>
      <vt:lpstr>~ Use Case Diagram ~</vt:lpstr>
      <vt:lpstr>~ Activity Diagram – Withdrawal Updates ~</vt:lpstr>
      <vt:lpstr>~ Activity Diagram – Ordering Stocks ~</vt:lpstr>
      <vt:lpstr>~ Activity Diagram – Restocking Updates ~</vt:lpstr>
      <vt:lpstr>~ Activity Diagram – Items Repair Workflow ~</vt:lpstr>
      <vt:lpstr>~ Entity Relationship Diagram ~</vt:lpstr>
      <vt:lpstr>~ Database Design~</vt:lpstr>
      <vt:lpstr>~ Design Diagram – State Diagram ~</vt:lpstr>
      <vt:lpstr>~ Design Diagram – Data Flow Diagram ~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6220354-Maheen Muhammad Zafeer Zafeer</dc:creator>
  <cp:lastModifiedBy>6220354-Maheen Muhammad Zafeer Zafeer</cp:lastModifiedBy>
  <cp:revision>44</cp:revision>
  <dcterms:created xsi:type="dcterms:W3CDTF">2025-12-16T13:52:40Z</dcterms:created>
  <dcterms:modified xsi:type="dcterms:W3CDTF">2026-06-17T10:45:06Z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